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4" r:id="rId2"/>
  </p:sldMasterIdLst>
  <p:notesMasterIdLst>
    <p:notesMasterId r:id="rId7"/>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Lst>
  <p:sldSz cx="12191695" cy="6858000"/>
  <p:notesSz cx="6858000" cy="9144000"/>
  <p:embeddedFontLst>
    <p:embeddedFont>
      <p:font typeface="Martel Sans" pitchFamily="2" charset="77"/>
      <p:regular r:id="rId8"/>
      <p:bold r:id="rId9"/>
    </p:embeddedFont>
    <p:embeddedFont>
      <p:font typeface="Martel Sans ExtraLight" pitchFamily="2" charset="77"/>
      <p:regular r:id="rId10"/>
      <p:bold r:id="rId11"/>
    </p:embeddedFont>
    <p:embeddedFont>
      <p:font typeface="Martel Sans SemiBold" pitchFamily="2" charset="77"/>
      <p:regular r:id="rId12"/>
      <p:bold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4" roundtripDataSignature="AMtx7mjS3FMoI8qa/b6YYfzX2Ecee05YG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DDB169-F11C-4C56-9447-F032F26F6420}">
  <a:tblStyle styleId="{70DDB169-F11C-4C56-9447-F032F26F6420}" styleName="Table_0">
    <a:wholeTbl>
      <a:tcTxStyle b="off" i="off">
        <a:font>
          <a:latin typeface="Martel Sans Light"/>
          <a:ea typeface="Martel Sans Light"/>
          <a:cs typeface="Martel Sans 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FF9"/>
          </a:solidFill>
        </a:fill>
      </a:tcStyle>
    </a:wholeTbl>
    <a:band1H>
      <a:tcTxStyle/>
      <a:tcStyle>
        <a:tcBdr/>
        <a:fill>
          <a:solidFill>
            <a:srgbClr val="CADDF2"/>
          </a:solidFill>
        </a:fill>
      </a:tcStyle>
    </a:band1H>
    <a:band2H>
      <a:tcTxStyle/>
      <a:tcStyle>
        <a:tcBdr/>
      </a:tcStyle>
    </a:band2H>
    <a:band1V>
      <a:tcTxStyle/>
      <a:tcStyle>
        <a:tcBdr/>
        <a:fill>
          <a:solidFill>
            <a:srgbClr val="CADDF2"/>
          </a:solidFill>
        </a:fill>
      </a:tcStyle>
    </a:band1V>
    <a:band2V>
      <a:tcTxStyle/>
      <a:tcStyle>
        <a:tcBdr/>
      </a:tcStyle>
    </a:band2V>
    <a:lastCol>
      <a:tcTxStyle b="on" i="off">
        <a:font>
          <a:latin typeface="Martel Sans Light"/>
          <a:ea typeface="Martel Sans Light"/>
          <a:cs typeface="Martel Sans Light"/>
        </a:font>
        <a:schemeClr val="lt1"/>
      </a:tcTxStyle>
      <a:tcStyle>
        <a:tcBdr/>
        <a:fill>
          <a:solidFill>
            <a:schemeClr val="accent1"/>
          </a:solidFill>
        </a:fill>
      </a:tcStyle>
    </a:lastCol>
    <a:firstCol>
      <a:tcTxStyle b="on" i="off">
        <a:font>
          <a:latin typeface="Martel Sans Light"/>
          <a:ea typeface="Martel Sans Light"/>
          <a:cs typeface="Martel Sans Light"/>
        </a:font>
        <a:schemeClr val="lt1"/>
      </a:tcTxStyle>
      <a:tcStyle>
        <a:tcBdr/>
        <a:fill>
          <a:solidFill>
            <a:schemeClr val="accent1"/>
          </a:solidFill>
        </a:fill>
      </a:tcStyle>
    </a:firstCol>
    <a:lastRow>
      <a:tcTxStyle b="on" i="off">
        <a:font>
          <a:latin typeface="Martel Sans Light"/>
          <a:ea typeface="Martel Sans Light"/>
          <a:cs typeface="Martel Sans 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Martel Sans Light"/>
          <a:ea typeface="Martel Sans Light"/>
          <a:cs typeface="Martel Sans 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14" Type="http://customschemas.google.com/relationships/presentationmetadata" Target="metadata"/><Relationship Id="rId215" Type="http://schemas.openxmlformats.org/officeDocument/2006/relationships/presProps" Target="presProps.xml"/><Relationship Id="rId216" Type="http://schemas.openxmlformats.org/officeDocument/2006/relationships/viewProps" Target="viewProps.xml"/><Relationship Id="rId217" Type="http://schemas.openxmlformats.org/officeDocument/2006/relationships/theme" Target="theme/theme1.xml"/><Relationship Id="rId2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 Id="rId3"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 Id="rId3"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 Id="rId3"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and Content 1">
  <p:cSld name="3_Title and Content 1">
    <p:spTree>
      <p:nvGrpSpPr>
        <p:cNvPr id="1" name="Shape 8"/>
        <p:cNvGrpSpPr/>
        <p:nvPr/>
      </p:nvGrpSpPr>
      <p:grpSpPr>
        <a:xfrm>
          <a:off x="0" y="0"/>
          <a:ext cx="0" cy="0"/>
          <a:chOff x="0" y="0"/>
          <a:chExt cx="0" cy="0"/>
        </a:xfrm>
      </p:grpSpPr>
      <p:pic>
        <p:nvPicPr>
          <p:cNvPr id="9" name="Google Shape;9;p238"/>
          <p:cNvPicPr preferRelativeResize="0"/>
          <p:nvPr/>
        </p:nvPicPr>
        <p:blipFill rotWithShape="1">
          <a:blip r:embed="rId2">
            <a:alphaModFix/>
          </a:blip>
          <a:srcRect/>
          <a:stretch/>
        </p:blipFill>
        <p:spPr>
          <a:xfrm>
            <a:off x="0" y="3048"/>
            <a:ext cx="12192000" cy="685190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 blank light narrow">
    <p:bg>
      <p:bgPr>
        <a:blipFill>
          <a:blip r:embed="rId2">
            <a:alphaModFix/>
          </a:blip>
          <a:stretch>
            <a:fillRect/>
          </a:stretch>
        </a:blip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a. 2-col dark narrow">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254"/>
          <p:cNvSpPr txBox="1">
            <a:spLocks noGrp="1"/>
          </p:cNvSpPr>
          <p:nvPr>
            <p:ph type="body" idx="1"/>
          </p:nvPr>
        </p:nvSpPr>
        <p:spPr>
          <a:xfrm>
            <a:off x="585217" y="2621280"/>
            <a:ext cx="3717389"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54"/>
          <p:cNvSpPr txBox="1">
            <a:spLocks noGrp="1"/>
          </p:cNvSpPr>
          <p:nvPr>
            <p:ph type="body" idx="2"/>
          </p:nvPr>
        </p:nvSpPr>
        <p:spPr>
          <a:xfrm>
            <a:off x="585217" y="3033463"/>
            <a:ext cx="3717389" cy="3064882"/>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54"/>
          <p:cNvSpPr txBox="1">
            <a:spLocks noGrp="1"/>
          </p:cNvSpPr>
          <p:nvPr>
            <p:ph type="body" idx="3"/>
          </p:nvPr>
        </p:nvSpPr>
        <p:spPr>
          <a:xfrm>
            <a:off x="4981370" y="2621280"/>
            <a:ext cx="3717389"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54"/>
          <p:cNvSpPr txBox="1">
            <a:spLocks noGrp="1"/>
          </p:cNvSpPr>
          <p:nvPr>
            <p:ph type="body" idx="4"/>
          </p:nvPr>
        </p:nvSpPr>
        <p:spPr>
          <a:xfrm>
            <a:off x="4981370" y="3033463"/>
            <a:ext cx="3717389" cy="3064882"/>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54"/>
          <p:cNvSpPr txBox="1">
            <a:spLocks noGrp="1"/>
          </p:cNvSpPr>
          <p:nvPr>
            <p:ph type="body" idx="5"/>
          </p:nvPr>
        </p:nvSpPr>
        <p:spPr>
          <a:xfrm>
            <a:off x="594359" y="692132"/>
            <a:ext cx="879582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Font typeface="Martel Sans ExtraLight"/>
              <a:buNone/>
              <a:defRPr sz="2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54"/>
          <p:cNvSpPr txBox="1">
            <a:spLocks noGrp="1"/>
          </p:cNvSpPr>
          <p:nvPr>
            <p:ph type="body" idx="6"/>
          </p:nvPr>
        </p:nvSpPr>
        <p:spPr>
          <a:xfrm>
            <a:off x="585217" y="1371600"/>
            <a:ext cx="6181344"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Font typeface="Martel Sans ExtraLight"/>
              <a:buNone/>
              <a:defRPr sz="1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a. 2-col dark wide">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Google Shape;51;p255"/>
          <p:cNvSpPr txBox="1">
            <a:spLocks noGrp="1"/>
          </p:cNvSpPr>
          <p:nvPr>
            <p:ph type="body" idx="1"/>
          </p:nvPr>
        </p:nvSpPr>
        <p:spPr>
          <a:xfrm>
            <a:off x="585217" y="1371600"/>
            <a:ext cx="6181344"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Font typeface="Martel Sans ExtraLight"/>
              <a:buNone/>
              <a:defRPr sz="1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55"/>
          <p:cNvSpPr txBox="1">
            <a:spLocks noGrp="1"/>
          </p:cNvSpPr>
          <p:nvPr>
            <p:ph type="body" idx="2"/>
          </p:nvPr>
        </p:nvSpPr>
        <p:spPr>
          <a:xfrm>
            <a:off x="594359" y="692132"/>
            <a:ext cx="879582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Font typeface="Martel Sans ExtraLight"/>
              <a:buNone/>
              <a:defRPr sz="2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55"/>
          <p:cNvSpPr txBox="1">
            <a:spLocks noGrp="1"/>
          </p:cNvSpPr>
          <p:nvPr>
            <p:ph type="body" idx="3"/>
          </p:nvPr>
        </p:nvSpPr>
        <p:spPr>
          <a:xfrm>
            <a:off x="585217" y="2621280"/>
            <a:ext cx="4988320"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255"/>
          <p:cNvSpPr txBox="1">
            <a:spLocks noGrp="1"/>
          </p:cNvSpPr>
          <p:nvPr>
            <p:ph type="body" idx="4"/>
          </p:nvPr>
        </p:nvSpPr>
        <p:spPr>
          <a:xfrm>
            <a:off x="585217" y="3033463"/>
            <a:ext cx="4988320" cy="3064882"/>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55"/>
          <p:cNvSpPr txBox="1">
            <a:spLocks noGrp="1"/>
          </p:cNvSpPr>
          <p:nvPr>
            <p:ph type="body" idx="5"/>
          </p:nvPr>
        </p:nvSpPr>
        <p:spPr>
          <a:xfrm>
            <a:off x="6018600" y="2621280"/>
            <a:ext cx="4988320"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255"/>
          <p:cNvSpPr txBox="1">
            <a:spLocks noGrp="1"/>
          </p:cNvSpPr>
          <p:nvPr>
            <p:ph type="body" idx="6"/>
          </p:nvPr>
        </p:nvSpPr>
        <p:spPr>
          <a:xfrm>
            <a:off x="6018600" y="3033463"/>
            <a:ext cx="4988320" cy="3064882"/>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a. 2-col light narrow">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256"/>
          <p:cNvSpPr txBox="1">
            <a:spLocks noGrp="1"/>
          </p:cNvSpPr>
          <p:nvPr>
            <p:ph type="body" idx="1"/>
          </p:nvPr>
        </p:nvSpPr>
        <p:spPr>
          <a:xfrm>
            <a:off x="594359" y="692132"/>
            <a:ext cx="879582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2800"/>
              <a:buFont typeface="Martel Sans ExtraLight"/>
              <a:buNone/>
              <a:defRPr sz="2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256"/>
          <p:cNvSpPr txBox="1">
            <a:spLocks noGrp="1"/>
          </p:cNvSpPr>
          <p:nvPr>
            <p:ph type="body" idx="2"/>
          </p:nvPr>
        </p:nvSpPr>
        <p:spPr>
          <a:xfrm>
            <a:off x="585217" y="1371600"/>
            <a:ext cx="6181344"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ExtraLight"/>
              <a:buNone/>
              <a:defRPr sz="1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56"/>
          <p:cNvSpPr txBox="1">
            <a:spLocks noGrp="1"/>
          </p:cNvSpPr>
          <p:nvPr>
            <p:ph type="body" idx="3"/>
          </p:nvPr>
        </p:nvSpPr>
        <p:spPr>
          <a:xfrm>
            <a:off x="585217" y="2621280"/>
            <a:ext cx="3717389"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SemiBold"/>
              <a:buNone/>
              <a:defRPr sz="1800">
                <a:solidFill>
                  <a:schemeClr val="dk2"/>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256"/>
          <p:cNvSpPr txBox="1">
            <a:spLocks noGrp="1"/>
          </p:cNvSpPr>
          <p:nvPr>
            <p:ph type="body" idx="4"/>
          </p:nvPr>
        </p:nvSpPr>
        <p:spPr>
          <a:xfrm>
            <a:off x="585217" y="3033463"/>
            <a:ext cx="3717389" cy="3064882"/>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256"/>
          <p:cNvSpPr txBox="1">
            <a:spLocks noGrp="1"/>
          </p:cNvSpPr>
          <p:nvPr>
            <p:ph type="body" idx="5"/>
          </p:nvPr>
        </p:nvSpPr>
        <p:spPr>
          <a:xfrm>
            <a:off x="4981370" y="2621280"/>
            <a:ext cx="3717389"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SemiBold"/>
              <a:buNone/>
              <a:defRPr sz="1800">
                <a:solidFill>
                  <a:schemeClr val="dk2"/>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256"/>
          <p:cNvSpPr txBox="1">
            <a:spLocks noGrp="1"/>
          </p:cNvSpPr>
          <p:nvPr>
            <p:ph type="body" idx="6"/>
          </p:nvPr>
        </p:nvSpPr>
        <p:spPr>
          <a:xfrm>
            <a:off x="4981370" y="3033463"/>
            <a:ext cx="3717389" cy="3064882"/>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a. 2-col light wide">
    <p:bg>
      <p:bgPr>
        <a:blipFill>
          <a:blip r:embed="rId2">
            <a:alphaModFix/>
          </a:blip>
          <a:stretch>
            <a:fillRect/>
          </a:stretch>
        </a:blipFill>
        <a:effectLst/>
      </p:bgPr>
    </p:bg>
    <p:spTree>
      <p:nvGrpSpPr>
        <p:cNvPr id="1" name="Shape 64"/>
        <p:cNvGrpSpPr/>
        <p:nvPr/>
      </p:nvGrpSpPr>
      <p:grpSpPr>
        <a:xfrm>
          <a:off x="0" y="0"/>
          <a:ext cx="0" cy="0"/>
          <a:chOff x="0" y="0"/>
          <a:chExt cx="0" cy="0"/>
        </a:xfrm>
      </p:grpSpPr>
      <p:sp>
        <p:nvSpPr>
          <p:cNvPr id="65" name="Google Shape;65;p257"/>
          <p:cNvSpPr txBox="1">
            <a:spLocks noGrp="1"/>
          </p:cNvSpPr>
          <p:nvPr>
            <p:ph type="body" idx="1"/>
          </p:nvPr>
        </p:nvSpPr>
        <p:spPr>
          <a:xfrm>
            <a:off x="585217" y="1371600"/>
            <a:ext cx="6181344"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ExtraLight"/>
              <a:buNone/>
              <a:defRPr sz="1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257"/>
          <p:cNvSpPr txBox="1">
            <a:spLocks noGrp="1"/>
          </p:cNvSpPr>
          <p:nvPr>
            <p:ph type="body" idx="2"/>
          </p:nvPr>
        </p:nvSpPr>
        <p:spPr>
          <a:xfrm>
            <a:off x="594359" y="692132"/>
            <a:ext cx="879582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2800"/>
              <a:buFont typeface="Martel Sans ExtraLight"/>
              <a:buNone/>
              <a:defRPr sz="2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57"/>
          <p:cNvSpPr txBox="1">
            <a:spLocks noGrp="1"/>
          </p:cNvSpPr>
          <p:nvPr>
            <p:ph type="body" idx="3"/>
          </p:nvPr>
        </p:nvSpPr>
        <p:spPr>
          <a:xfrm>
            <a:off x="585217" y="2621280"/>
            <a:ext cx="4988320"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SemiBold"/>
              <a:buNone/>
              <a:defRPr sz="1800">
                <a:solidFill>
                  <a:schemeClr val="dk2"/>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257"/>
          <p:cNvSpPr txBox="1">
            <a:spLocks noGrp="1"/>
          </p:cNvSpPr>
          <p:nvPr>
            <p:ph type="body" idx="4"/>
          </p:nvPr>
        </p:nvSpPr>
        <p:spPr>
          <a:xfrm>
            <a:off x="585217" y="3033463"/>
            <a:ext cx="4988320" cy="3064882"/>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57"/>
          <p:cNvSpPr txBox="1">
            <a:spLocks noGrp="1"/>
          </p:cNvSpPr>
          <p:nvPr>
            <p:ph type="body" idx="5"/>
          </p:nvPr>
        </p:nvSpPr>
        <p:spPr>
          <a:xfrm>
            <a:off x="6018600" y="2621280"/>
            <a:ext cx="4988320"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SemiBold"/>
              <a:buNone/>
              <a:defRPr sz="1800">
                <a:solidFill>
                  <a:schemeClr val="dk2"/>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257"/>
          <p:cNvSpPr txBox="1">
            <a:spLocks noGrp="1"/>
          </p:cNvSpPr>
          <p:nvPr>
            <p:ph type="body" idx="6"/>
          </p:nvPr>
        </p:nvSpPr>
        <p:spPr>
          <a:xfrm>
            <a:off x="6018600" y="3033463"/>
            <a:ext cx="4988320" cy="3064882"/>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a. 5 icon dark wide">
    <p:bg>
      <p:bgPr>
        <a:blipFill>
          <a:blip r:embed="rId2">
            <a:alphaModFix/>
          </a:blip>
          <a:stretch>
            <a:fillRect/>
          </a:stretch>
        </a:blipFill>
        <a:effectLst/>
      </p:bgPr>
    </p:bg>
    <p:spTree>
      <p:nvGrpSpPr>
        <p:cNvPr id="1" name="Shape 71"/>
        <p:cNvGrpSpPr/>
        <p:nvPr/>
      </p:nvGrpSpPr>
      <p:grpSpPr>
        <a:xfrm>
          <a:off x="0" y="0"/>
          <a:ext cx="0" cy="0"/>
          <a:chOff x="0" y="0"/>
          <a:chExt cx="0" cy="0"/>
        </a:xfrm>
      </p:grpSpPr>
      <p:sp>
        <p:nvSpPr>
          <p:cNvPr id="72" name="Google Shape;72;p258"/>
          <p:cNvSpPr txBox="1">
            <a:spLocks noGrp="1"/>
          </p:cNvSpPr>
          <p:nvPr>
            <p:ph type="body" idx="1"/>
          </p:nvPr>
        </p:nvSpPr>
        <p:spPr>
          <a:xfrm>
            <a:off x="585217" y="1371600"/>
            <a:ext cx="6181344"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Font typeface="Martel Sans ExtraLight"/>
              <a:buNone/>
              <a:defRPr sz="1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58"/>
          <p:cNvSpPr txBox="1">
            <a:spLocks noGrp="1"/>
          </p:cNvSpPr>
          <p:nvPr>
            <p:ph type="body" idx="2"/>
          </p:nvPr>
        </p:nvSpPr>
        <p:spPr>
          <a:xfrm>
            <a:off x="594359" y="692132"/>
            <a:ext cx="879582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Font typeface="Martel Sans ExtraLight"/>
              <a:buNone/>
              <a:defRPr sz="2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258"/>
          <p:cNvSpPr txBox="1">
            <a:spLocks noGrp="1"/>
          </p:cNvSpPr>
          <p:nvPr>
            <p:ph type="body" idx="3"/>
          </p:nvPr>
        </p:nvSpPr>
        <p:spPr>
          <a:xfrm>
            <a:off x="585217"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8"/>
          <p:cNvSpPr txBox="1">
            <a:spLocks noGrp="1"/>
          </p:cNvSpPr>
          <p:nvPr>
            <p:ph type="body" idx="4"/>
          </p:nvPr>
        </p:nvSpPr>
        <p:spPr>
          <a:xfrm>
            <a:off x="585217"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58"/>
          <p:cNvSpPr>
            <a:spLocks noGrp="1"/>
          </p:cNvSpPr>
          <p:nvPr>
            <p:ph type="pic" idx="5"/>
          </p:nvPr>
        </p:nvSpPr>
        <p:spPr>
          <a:xfrm>
            <a:off x="585217" y="2421048"/>
            <a:ext cx="1904765" cy="1522189"/>
          </a:xfrm>
          <a:prstGeom prst="rect">
            <a:avLst/>
          </a:prstGeom>
          <a:noFill/>
          <a:ln>
            <a:noFill/>
          </a:ln>
        </p:spPr>
      </p:sp>
      <p:sp>
        <p:nvSpPr>
          <p:cNvPr id="77" name="Google Shape;77;p258"/>
          <p:cNvSpPr txBox="1">
            <a:spLocks noGrp="1"/>
          </p:cNvSpPr>
          <p:nvPr>
            <p:ph type="body" idx="6"/>
          </p:nvPr>
        </p:nvSpPr>
        <p:spPr>
          <a:xfrm>
            <a:off x="2807913"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58"/>
          <p:cNvSpPr txBox="1">
            <a:spLocks noGrp="1"/>
          </p:cNvSpPr>
          <p:nvPr>
            <p:ph type="body" idx="7"/>
          </p:nvPr>
        </p:nvSpPr>
        <p:spPr>
          <a:xfrm>
            <a:off x="2807913"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58"/>
          <p:cNvSpPr>
            <a:spLocks noGrp="1"/>
          </p:cNvSpPr>
          <p:nvPr>
            <p:ph type="pic" idx="8"/>
          </p:nvPr>
        </p:nvSpPr>
        <p:spPr>
          <a:xfrm>
            <a:off x="2807913" y="2421048"/>
            <a:ext cx="1904765" cy="1522189"/>
          </a:xfrm>
          <a:prstGeom prst="rect">
            <a:avLst/>
          </a:prstGeom>
          <a:noFill/>
          <a:ln>
            <a:noFill/>
          </a:ln>
        </p:spPr>
      </p:sp>
      <p:sp>
        <p:nvSpPr>
          <p:cNvPr id="80" name="Google Shape;80;p258"/>
          <p:cNvSpPr txBox="1">
            <a:spLocks noGrp="1"/>
          </p:cNvSpPr>
          <p:nvPr>
            <p:ph type="body" idx="9"/>
          </p:nvPr>
        </p:nvSpPr>
        <p:spPr>
          <a:xfrm>
            <a:off x="5030609"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58"/>
          <p:cNvSpPr txBox="1">
            <a:spLocks noGrp="1"/>
          </p:cNvSpPr>
          <p:nvPr>
            <p:ph type="body" idx="13"/>
          </p:nvPr>
        </p:nvSpPr>
        <p:spPr>
          <a:xfrm>
            <a:off x="5030609"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8"/>
          <p:cNvSpPr>
            <a:spLocks noGrp="1"/>
          </p:cNvSpPr>
          <p:nvPr>
            <p:ph type="pic" idx="14"/>
          </p:nvPr>
        </p:nvSpPr>
        <p:spPr>
          <a:xfrm>
            <a:off x="5030609" y="2421048"/>
            <a:ext cx="1904765" cy="1522189"/>
          </a:xfrm>
          <a:prstGeom prst="rect">
            <a:avLst/>
          </a:prstGeom>
          <a:noFill/>
          <a:ln>
            <a:noFill/>
          </a:ln>
        </p:spPr>
      </p:sp>
      <p:sp>
        <p:nvSpPr>
          <p:cNvPr id="83" name="Google Shape;83;p258"/>
          <p:cNvSpPr txBox="1">
            <a:spLocks noGrp="1"/>
          </p:cNvSpPr>
          <p:nvPr>
            <p:ph type="body" idx="15"/>
          </p:nvPr>
        </p:nvSpPr>
        <p:spPr>
          <a:xfrm>
            <a:off x="7253305"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58"/>
          <p:cNvSpPr txBox="1">
            <a:spLocks noGrp="1"/>
          </p:cNvSpPr>
          <p:nvPr>
            <p:ph type="body" idx="16"/>
          </p:nvPr>
        </p:nvSpPr>
        <p:spPr>
          <a:xfrm>
            <a:off x="7253305"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58"/>
          <p:cNvSpPr>
            <a:spLocks noGrp="1"/>
          </p:cNvSpPr>
          <p:nvPr>
            <p:ph type="pic" idx="17"/>
          </p:nvPr>
        </p:nvSpPr>
        <p:spPr>
          <a:xfrm>
            <a:off x="7253305" y="2421048"/>
            <a:ext cx="1904765" cy="1522189"/>
          </a:xfrm>
          <a:prstGeom prst="rect">
            <a:avLst/>
          </a:prstGeom>
          <a:noFill/>
          <a:ln>
            <a:noFill/>
          </a:ln>
        </p:spPr>
      </p:sp>
      <p:sp>
        <p:nvSpPr>
          <p:cNvPr id="86" name="Google Shape;86;p258"/>
          <p:cNvSpPr txBox="1">
            <a:spLocks noGrp="1"/>
          </p:cNvSpPr>
          <p:nvPr>
            <p:ph type="body" idx="18"/>
          </p:nvPr>
        </p:nvSpPr>
        <p:spPr>
          <a:xfrm>
            <a:off x="9484444"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58"/>
          <p:cNvSpPr txBox="1">
            <a:spLocks noGrp="1"/>
          </p:cNvSpPr>
          <p:nvPr>
            <p:ph type="body" idx="19"/>
          </p:nvPr>
        </p:nvSpPr>
        <p:spPr>
          <a:xfrm>
            <a:off x="9484444"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258"/>
          <p:cNvSpPr>
            <a:spLocks noGrp="1"/>
          </p:cNvSpPr>
          <p:nvPr>
            <p:ph type="pic" idx="20"/>
          </p:nvPr>
        </p:nvSpPr>
        <p:spPr>
          <a:xfrm>
            <a:off x="9484444" y="2421048"/>
            <a:ext cx="1904765" cy="1522189"/>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p:cSld name="a. 5 icon light wide">
    <p:bg>
      <p:bgPr>
        <a:blipFill>
          <a:blip r:embed="rId2">
            <a:alphaModFix/>
          </a:blip>
          <a:stretch>
            <a:fillRect/>
          </a:stretch>
        </a:blipFill>
        <a:effectLst/>
      </p:bgPr>
    </p:bg>
    <p:spTree>
      <p:nvGrpSpPr>
        <p:cNvPr id="1" name="Shape 89"/>
        <p:cNvGrpSpPr/>
        <p:nvPr/>
      </p:nvGrpSpPr>
      <p:grpSpPr>
        <a:xfrm>
          <a:off x="0" y="0"/>
          <a:ext cx="0" cy="0"/>
          <a:chOff x="0" y="0"/>
          <a:chExt cx="0" cy="0"/>
        </a:xfrm>
      </p:grpSpPr>
      <p:sp>
        <p:nvSpPr>
          <p:cNvPr id="90" name="Google Shape;90;p259"/>
          <p:cNvSpPr txBox="1">
            <a:spLocks noGrp="1"/>
          </p:cNvSpPr>
          <p:nvPr>
            <p:ph type="body" idx="1"/>
          </p:nvPr>
        </p:nvSpPr>
        <p:spPr>
          <a:xfrm>
            <a:off x="585217" y="1371600"/>
            <a:ext cx="6181344"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ExtraLight"/>
              <a:buNone/>
              <a:defRPr sz="1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59"/>
          <p:cNvSpPr txBox="1">
            <a:spLocks noGrp="1"/>
          </p:cNvSpPr>
          <p:nvPr>
            <p:ph type="body" idx="2"/>
          </p:nvPr>
        </p:nvSpPr>
        <p:spPr>
          <a:xfrm>
            <a:off x="594359" y="692132"/>
            <a:ext cx="879582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2800"/>
              <a:buFont typeface="Martel Sans ExtraLight"/>
              <a:buNone/>
              <a:defRPr sz="2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59"/>
          <p:cNvSpPr txBox="1">
            <a:spLocks noGrp="1"/>
          </p:cNvSpPr>
          <p:nvPr>
            <p:ph type="body" idx="3"/>
          </p:nvPr>
        </p:nvSpPr>
        <p:spPr>
          <a:xfrm>
            <a:off x="585217"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59"/>
          <p:cNvSpPr txBox="1">
            <a:spLocks noGrp="1"/>
          </p:cNvSpPr>
          <p:nvPr>
            <p:ph type="body" idx="4"/>
          </p:nvPr>
        </p:nvSpPr>
        <p:spPr>
          <a:xfrm>
            <a:off x="585217"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259"/>
          <p:cNvSpPr>
            <a:spLocks noGrp="1"/>
          </p:cNvSpPr>
          <p:nvPr>
            <p:ph type="pic" idx="5"/>
          </p:nvPr>
        </p:nvSpPr>
        <p:spPr>
          <a:xfrm>
            <a:off x="585217" y="2421048"/>
            <a:ext cx="1904765" cy="1522189"/>
          </a:xfrm>
          <a:prstGeom prst="rect">
            <a:avLst/>
          </a:prstGeom>
          <a:noFill/>
          <a:ln>
            <a:noFill/>
          </a:ln>
        </p:spPr>
      </p:sp>
      <p:sp>
        <p:nvSpPr>
          <p:cNvPr id="95" name="Google Shape;95;p259"/>
          <p:cNvSpPr txBox="1">
            <a:spLocks noGrp="1"/>
          </p:cNvSpPr>
          <p:nvPr>
            <p:ph type="body" idx="6"/>
          </p:nvPr>
        </p:nvSpPr>
        <p:spPr>
          <a:xfrm>
            <a:off x="2807913"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259"/>
          <p:cNvSpPr txBox="1">
            <a:spLocks noGrp="1"/>
          </p:cNvSpPr>
          <p:nvPr>
            <p:ph type="body" idx="7"/>
          </p:nvPr>
        </p:nvSpPr>
        <p:spPr>
          <a:xfrm>
            <a:off x="2807913"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259"/>
          <p:cNvSpPr>
            <a:spLocks noGrp="1"/>
          </p:cNvSpPr>
          <p:nvPr>
            <p:ph type="pic" idx="8"/>
          </p:nvPr>
        </p:nvSpPr>
        <p:spPr>
          <a:xfrm>
            <a:off x="2807913" y="2421048"/>
            <a:ext cx="1904765" cy="1522189"/>
          </a:xfrm>
          <a:prstGeom prst="rect">
            <a:avLst/>
          </a:prstGeom>
          <a:noFill/>
          <a:ln>
            <a:noFill/>
          </a:ln>
        </p:spPr>
      </p:sp>
      <p:sp>
        <p:nvSpPr>
          <p:cNvPr id="98" name="Google Shape;98;p259"/>
          <p:cNvSpPr txBox="1">
            <a:spLocks noGrp="1"/>
          </p:cNvSpPr>
          <p:nvPr>
            <p:ph type="body" idx="9"/>
          </p:nvPr>
        </p:nvSpPr>
        <p:spPr>
          <a:xfrm>
            <a:off x="5030609"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259"/>
          <p:cNvSpPr txBox="1">
            <a:spLocks noGrp="1"/>
          </p:cNvSpPr>
          <p:nvPr>
            <p:ph type="body" idx="13"/>
          </p:nvPr>
        </p:nvSpPr>
        <p:spPr>
          <a:xfrm>
            <a:off x="5030609"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59"/>
          <p:cNvSpPr>
            <a:spLocks noGrp="1"/>
          </p:cNvSpPr>
          <p:nvPr>
            <p:ph type="pic" idx="14"/>
          </p:nvPr>
        </p:nvSpPr>
        <p:spPr>
          <a:xfrm>
            <a:off x="5030609" y="2421048"/>
            <a:ext cx="1904765" cy="1522189"/>
          </a:xfrm>
          <a:prstGeom prst="rect">
            <a:avLst/>
          </a:prstGeom>
          <a:noFill/>
          <a:ln>
            <a:noFill/>
          </a:ln>
        </p:spPr>
      </p:sp>
      <p:sp>
        <p:nvSpPr>
          <p:cNvPr id="101" name="Google Shape;101;p259"/>
          <p:cNvSpPr txBox="1">
            <a:spLocks noGrp="1"/>
          </p:cNvSpPr>
          <p:nvPr>
            <p:ph type="body" idx="15"/>
          </p:nvPr>
        </p:nvSpPr>
        <p:spPr>
          <a:xfrm>
            <a:off x="7253305"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59"/>
          <p:cNvSpPr txBox="1">
            <a:spLocks noGrp="1"/>
          </p:cNvSpPr>
          <p:nvPr>
            <p:ph type="body" idx="16"/>
          </p:nvPr>
        </p:nvSpPr>
        <p:spPr>
          <a:xfrm>
            <a:off x="7253305"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259"/>
          <p:cNvSpPr>
            <a:spLocks noGrp="1"/>
          </p:cNvSpPr>
          <p:nvPr>
            <p:ph type="pic" idx="17"/>
          </p:nvPr>
        </p:nvSpPr>
        <p:spPr>
          <a:xfrm>
            <a:off x="7253305" y="2421048"/>
            <a:ext cx="1904765" cy="1522189"/>
          </a:xfrm>
          <a:prstGeom prst="rect">
            <a:avLst/>
          </a:prstGeom>
          <a:noFill/>
          <a:ln>
            <a:noFill/>
          </a:ln>
        </p:spPr>
      </p:sp>
      <p:sp>
        <p:nvSpPr>
          <p:cNvPr id="104" name="Google Shape;104;p259"/>
          <p:cNvSpPr txBox="1">
            <a:spLocks noGrp="1"/>
          </p:cNvSpPr>
          <p:nvPr>
            <p:ph type="body" idx="18"/>
          </p:nvPr>
        </p:nvSpPr>
        <p:spPr>
          <a:xfrm>
            <a:off x="9484444"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259"/>
          <p:cNvSpPr txBox="1">
            <a:spLocks noGrp="1"/>
          </p:cNvSpPr>
          <p:nvPr>
            <p:ph type="body" idx="19"/>
          </p:nvPr>
        </p:nvSpPr>
        <p:spPr>
          <a:xfrm>
            <a:off x="9484444"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59"/>
          <p:cNvSpPr>
            <a:spLocks noGrp="1"/>
          </p:cNvSpPr>
          <p:nvPr>
            <p:ph type="pic" idx="20"/>
          </p:nvPr>
        </p:nvSpPr>
        <p:spPr>
          <a:xfrm>
            <a:off x="9484444" y="2421048"/>
            <a:ext cx="1904765" cy="1522189"/>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a. 4 icon dark narrow">
    <p:bg>
      <p:bgPr>
        <a:blipFill>
          <a:blip r:embed="rId2">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60"/>
          <p:cNvSpPr txBox="1">
            <a:spLocks noGrp="1"/>
          </p:cNvSpPr>
          <p:nvPr>
            <p:ph type="body" idx="1"/>
          </p:nvPr>
        </p:nvSpPr>
        <p:spPr>
          <a:xfrm>
            <a:off x="585217" y="1371600"/>
            <a:ext cx="6181344"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Font typeface="Martel Sans ExtraLight"/>
              <a:buNone/>
              <a:defRPr sz="1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260"/>
          <p:cNvSpPr txBox="1">
            <a:spLocks noGrp="1"/>
          </p:cNvSpPr>
          <p:nvPr>
            <p:ph type="body" idx="2"/>
          </p:nvPr>
        </p:nvSpPr>
        <p:spPr>
          <a:xfrm>
            <a:off x="594359" y="692132"/>
            <a:ext cx="879582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Font typeface="Martel Sans ExtraLight"/>
              <a:buNone/>
              <a:defRPr sz="2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260"/>
          <p:cNvSpPr txBox="1">
            <a:spLocks noGrp="1"/>
          </p:cNvSpPr>
          <p:nvPr>
            <p:ph type="body" idx="3"/>
          </p:nvPr>
        </p:nvSpPr>
        <p:spPr>
          <a:xfrm>
            <a:off x="585217"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260"/>
          <p:cNvSpPr txBox="1">
            <a:spLocks noGrp="1"/>
          </p:cNvSpPr>
          <p:nvPr>
            <p:ph type="body" idx="4"/>
          </p:nvPr>
        </p:nvSpPr>
        <p:spPr>
          <a:xfrm>
            <a:off x="585217"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60"/>
          <p:cNvSpPr>
            <a:spLocks noGrp="1"/>
          </p:cNvSpPr>
          <p:nvPr>
            <p:ph type="pic" idx="5"/>
          </p:nvPr>
        </p:nvSpPr>
        <p:spPr>
          <a:xfrm>
            <a:off x="585217" y="2421048"/>
            <a:ext cx="1904765" cy="1522189"/>
          </a:xfrm>
          <a:prstGeom prst="rect">
            <a:avLst/>
          </a:prstGeom>
          <a:noFill/>
          <a:ln>
            <a:noFill/>
          </a:ln>
        </p:spPr>
      </p:sp>
      <p:sp>
        <p:nvSpPr>
          <p:cNvPr id="113" name="Google Shape;113;p260"/>
          <p:cNvSpPr txBox="1">
            <a:spLocks noGrp="1"/>
          </p:cNvSpPr>
          <p:nvPr>
            <p:ph type="body" idx="6"/>
          </p:nvPr>
        </p:nvSpPr>
        <p:spPr>
          <a:xfrm>
            <a:off x="2807913"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260"/>
          <p:cNvSpPr txBox="1">
            <a:spLocks noGrp="1"/>
          </p:cNvSpPr>
          <p:nvPr>
            <p:ph type="body" idx="7"/>
          </p:nvPr>
        </p:nvSpPr>
        <p:spPr>
          <a:xfrm>
            <a:off x="2807913"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260"/>
          <p:cNvSpPr>
            <a:spLocks noGrp="1"/>
          </p:cNvSpPr>
          <p:nvPr>
            <p:ph type="pic" idx="8"/>
          </p:nvPr>
        </p:nvSpPr>
        <p:spPr>
          <a:xfrm>
            <a:off x="2807913" y="2421048"/>
            <a:ext cx="1904765" cy="1522189"/>
          </a:xfrm>
          <a:prstGeom prst="rect">
            <a:avLst/>
          </a:prstGeom>
          <a:noFill/>
          <a:ln>
            <a:noFill/>
          </a:ln>
        </p:spPr>
      </p:sp>
      <p:sp>
        <p:nvSpPr>
          <p:cNvPr id="116" name="Google Shape;116;p260"/>
          <p:cNvSpPr txBox="1">
            <a:spLocks noGrp="1"/>
          </p:cNvSpPr>
          <p:nvPr>
            <p:ph type="body" idx="9"/>
          </p:nvPr>
        </p:nvSpPr>
        <p:spPr>
          <a:xfrm>
            <a:off x="5030609"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260"/>
          <p:cNvSpPr txBox="1">
            <a:spLocks noGrp="1"/>
          </p:cNvSpPr>
          <p:nvPr>
            <p:ph type="body" idx="13"/>
          </p:nvPr>
        </p:nvSpPr>
        <p:spPr>
          <a:xfrm>
            <a:off x="5030609"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60"/>
          <p:cNvSpPr>
            <a:spLocks noGrp="1"/>
          </p:cNvSpPr>
          <p:nvPr>
            <p:ph type="pic" idx="14"/>
          </p:nvPr>
        </p:nvSpPr>
        <p:spPr>
          <a:xfrm>
            <a:off x="5030609" y="2421048"/>
            <a:ext cx="1904765" cy="1522189"/>
          </a:xfrm>
          <a:prstGeom prst="rect">
            <a:avLst/>
          </a:prstGeom>
          <a:noFill/>
          <a:ln>
            <a:noFill/>
          </a:ln>
        </p:spPr>
      </p:sp>
      <p:sp>
        <p:nvSpPr>
          <p:cNvPr id="119" name="Google Shape;119;p260"/>
          <p:cNvSpPr txBox="1">
            <a:spLocks noGrp="1"/>
          </p:cNvSpPr>
          <p:nvPr>
            <p:ph type="body" idx="15"/>
          </p:nvPr>
        </p:nvSpPr>
        <p:spPr>
          <a:xfrm>
            <a:off x="7253305"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260"/>
          <p:cNvSpPr txBox="1">
            <a:spLocks noGrp="1"/>
          </p:cNvSpPr>
          <p:nvPr>
            <p:ph type="body" idx="16"/>
          </p:nvPr>
        </p:nvSpPr>
        <p:spPr>
          <a:xfrm>
            <a:off x="7253305"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260"/>
          <p:cNvSpPr>
            <a:spLocks noGrp="1"/>
          </p:cNvSpPr>
          <p:nvPr>
            <p:ph type="pic" idx="17"/>
          </p:nvPr>
        </p:nvSpPr>
        <p:spPr>
          <a:xfrm>
            <a:off x="7253305" y="2421048"/>
            <a:ext cx="1904765" cy="1522189"/>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a. 4 icon light narrow">
    <p:bg>
      <p:bgPr>
        <a:blipFill>
          <a:blip r:embed="rId2">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61"/>
          <p:cNvSpPr txBox="1">
            <a:spLocks noGrp="1"/>
          </p:cNvSpPr>
          <p:nvPr>
            <p:ph type="body" idx="1"/>
          </p:nvPr>
        </p:nvSpPr>
        <p:spPr>
          <a:xfrm>
            <a:off x="594359" y="692132"/>
            <a:ext cx="879582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2800"/>
              <a:buFont typeface="Martel Sans ExtraLight"/>
              <a:buNone/>
              <a:defRPr sz="2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61"/>
          <p:cNvSpPr txBox="1">
            <a:spLocks noGrp="1"/>
          </p:cNvSpPr>
          <p:nvPr>
            <p:ph type="body" idx="2"/>
          </p:nvPr>
        </p:nvSpPr>
        <p:spPr>
          <a:xfrm>
            <a:off x="585217" y="1371600"/>
            <a:ext cx="6181344"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ExtraLight"/>
              <a:buNone/>
              <a:defRPr sz="1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261"/>
          <p:cNvSpPr txBox="1">
            <a:spLocks noGrp="1"/>
          </p:cNvSpPr>
          <p:nvPr>
            <p:ph type="body" idx="3"/>
          </p:nvPr>
        </p:nvSpPr>
        <p:spPr>
          <a:xfrm>
            <a:off x="585217"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261"/>
          <p:cNvSpPr txBox="1">
            <a:spLocks noGrp="1"/>
          </p:cNvSpPr>
          <p:nvPr>
            <p:ph type="body" idx="4"/>
          </p:nvPr>
        </p:nvSpPr>
        <p:spPr>
          <a:xfrm>
            <a:off x="585217"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7" name="Google Shape;127;p261"/>
          <p:cNvSpPr>
            <a:spLocks noGrp="1"/>
          </p:cNvSpPr>
          <p:nvPr>
            <p:ph type="pic" idx="5"/>
          </p:nvPr>
        </p:nvSpPr>
        <p:spPr>
          <a:xfrm>
            <a:off x="585217" y="2421048"/>
            <a:ext cx="1904765" cy="1522189"/>
          </a:xfrm>
          <a:prstGeom prst="rect">
            <a:avLst/>
          </a:prstGeom>
          <a:noFill/>
          <a:ln>
            <a:noFill/>
          </a:ln>
        </p:spPr>
      </p:sp>
      <p:sp>
        <p:nvSpPr>
          <p:cNvPr id="128" name="Google Shape;128;p261"/>
          <p:cNvSpPr txBox="1">
            <a:spLocks noGrp="1"/>
          </p:cNvSpPr>
          <p:nvPr>
            <p:ph type="body" idx="6"/>
          </p:nvPr>
        </p:nvSpPr>
        <p:spPr>
          <a:xfrm>
            <a:off x="2807913"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p261"/>
          <p:cNvSpPr txBox="1">
            <a:spLocks noGrp="1"/>
          </p:cNvSpPr>
          <p:nvPr>
            <p:ph type="body" idx="7"/>
          </p:nvPr>
        </p:nvSpPr>
        <p:spPr>
          <a:xfrm>
            <a:off x="2807913"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261"/>
          <p:cNvSpPr>
            <a:spLocks noGrp="1"/>
          </p:cNvSpPr>
          <p:nvPr>
            <p:ph type="pic" idx="8"/>
          </p:nvPr>
        </p:nvSpPr>
        <p:spPr>
          <a:xfrm>
            <a:off x="2807913" y="2421048"/>
            <a:ext cx="1904765" cy="1522189"/>
          </a:xfrm>
          <a:prstGeom prst="rect">
            <a:avLst/>
          </a:prstGeom>
          <a:noFill/>
          <a:ln>
            <a:noFill/>
          </a:ln>
        </p:spPr>
      </p:sp>
      <p:sp>
        <p:nvSpPr>
          <p:cNvPr id="131" name="Google Shape;131;p261"/>
          <p:cNvSpPr txBox="1">
            <a:spLocks noGrp="1"/>
          </p:cNvSpPr>
          <p:nvPr>
            <p:ph type="body" idx="9"/>
          </p:nvPr>
        </p:nvSpPr>
        <p:spPr>
          <a:xfrm>
            <a:off x="5030609"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261"/>
          <p:cNvSpPr txBox="1">
            <a:spLocks noGrp="1"/>
          </p:cNvSpPr>
          <p:nvPr>
            <p:ph type="body" idx="13"/>
          </p:nvPr>
        </p:nvSpPr>
        <p:spPr>
          <a:xfrm>
            <a:off x="5030609"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261"/>
          <p:cNvSpPr>
            <a:spLocks noGrp="1"/>
          </p:cNvSpPr>
          <p:nvPr>
            <p:ph type="pic" idx="14"/>
          </p:nvPr>
        </p:nvSpPr>
        <p:spPr>
          <a:xfrm>
            <a:off x="5030609" y="2421048"/>
            <a:ext cx="1904765" cy="1522189"/>
          </a:xfrm>
          <a:prstGeom prst="rect">
            <a:avLst/>
          </a:prstGeom>
          <a:noFill/>
          <a:ln>
            <a:noFill/>
          </a:ln>
        </p:spPr>
      </p:sp>
      <p:sp>
        <p:nvSpPr>
          <p:cNvPr id="134" name="Google Shape;134;p261"/>
          <p:cNvSpPr txBox="1">
            <a:spLocks noGrp="1"/>
          </p:cNvSpPr>
          <p:nvPr>
            <p:ph type="body" idx="15"/>
          </p:nvPr>
        </p:nvSpPr>
        <p:spPr>
          <a:xfrm>
            <a:off x="7253305" y="4189826"/>
            <a:ext cx="1904765" cy="41218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261"/>
          <p:cNvSpPr txBox="1">
            <a:spLocks noGrp="1"/>
          </p:cNvSpPr>
          <p:nvPr>
            <p:ph type="body" idx="16"/>
          </p:nvPr>
        </p:nvSpPr>
        <p:spPr>
          <a:xfrm>
            <a:off x="7253305" y="4602009"/>
            <a:ext cx="1904765" cy="898457"/>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261"/>
          <p:cNvSpPr>
            <a:spLocks noGrp="1"/>
          </p:cNvSpPr>
          <p:nvPr>
            <p:ph type="pic" idx="17"/>
          </p:nvPr>
        </p:nvSpPr>
        <p:spPr>
          <a:xfrm>
            <a:off x="7253305" y="2421048"/>
            <a:ext cx="1904765" cy="1522189"/>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itle and Content 1">
  <p:cSld name="d. special intro">
    <p:spTree>
      <p:nvGrpSpPr>
        <p:cNvPr id="1" name="Shape 137"/>
        <p:cNvGrpSpPr/>
        <p:nvPr/>
      </p:nvGrpSpPr>
      <p:grpSpPr>
        <a:xfrm>
          <a:off x="0" y="0"/>
          <a:ext cx="0" cy="0"/>
          <a:chOff x="0" y="0"/>
          <a:chExt cx="0" cy="0"/>
        </a:xfrm>
      </p:grpSpPr>
      <p:pic>
        <p:nvPicPr>
          <p:cNvPr id="138" name="Google Shape;138;p262" descr="A blue and white background with wires and cables&#10;&#10;AI-generated content may be incorrect."/>
          <p:cNvPicPr preferRelativeResize="0"/>
          <p:nvPr/>
        </p:nvPicPr>
        <p:blipFill rotWithShape="1">
          <a:blip r:embed="rId2">
            <a:alphaModFix/>
          </a:blip>
          <a:srcRect/>
          <a:stretch/>
        </p:blipFill>
        <p:spPr>
          <a:xfrm>
            <a:off x="0" y="3047"/>
            <a:ext cx="12192000" cy="685190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p:cSld name="b. blank light wide">
    <p:bg>
      <p:bgPr>
        <a:blipFill>
          <a:blip r:embed="rId2">
            <a:alphaModFix/>
          </a:blip>
          <a:stretch>
            <a:fillRect/>
          </a:stretch>
        </a:blipFill>
        <a:effectLst/>
      </p:bgPr>
    </p:bg>
    <p:spTree>
      <p:nvGrpSpPr>
        <p:cNvPr id="1" name="Shape 14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Title and Content 1">
  <p:cSld name="3_Title and Content 1">
    <p:spTree>
      <p:nvGrpSpPr>
        <p:cNvPr id="1" name="Shape 143"/>
        <p:cNvGrpSpPr/>
        <p:nvPr/>
      </p:nvGrpSpPr>
      <p:grpSpPr>
        <a:xfrm>
          <a:off x="0" y="0"/>
          <a:ext cx="0" cy="0"/>
          <a:chOff x="0" y="0"/>
          <a:chExt cx="0" cy="0"/>
        </a:xfrm>
      </p:grpSpPr>
      <p:pic>
        <p:nvPicPr>
          <p:cNvPr id="144" name="Google Shape;144;g38b6460ddcc_1_142"/>
          <p:cNvPicPr preferRelativeResize="0"/>
          <p:nvPr/>
        </p:nvPicPr>
        <p:blipFill rotWithShape="1">
          <a:blip r:embed="rId2">
            <a:alphaModFix/>
          </a:blip>
          <a:srcRect/>
          <a:stretch/>
        </p:blipFill>
        <p:spPr>
          <a:xfrm>
            <a:off x="0" y="3048"/>
            <a:ext cx="12192001" cy="685190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p:cSld name="d. special agenda">
    <p:bg>
      <p:bgPr>
        <a:blipFill>
          <a:blip r:embed="rId2">
            <a:alphaModFix/>
          </a:blip>
          <a:stretch>
            <a:fillRect/>
          </a:stretch>
        </a:blip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p:cSld name="c. section 3">
    <p:bg>
      <p:bgPr>
        <a:blipFill>
          <a:blip r:embed="rId2">
            <a:alphaModFix/>
          </a:blip>
          <a:stretch>
            <a:fillRect/>
          </a:stretch>
        </a:blipFill>
        <a:effectLst/>
      </p:bgPr>
    </p:bg>
    <p:spTree>
      <p:nvGrpSpPr>
        <p:cNvPr id="1" name="Shape 146"/>
        <p:cNvGrpSpPr/>
        <p:nvPr/>
      </p:nvGrpSpPr>
      <p:grpSpPr>
        <a:xfrm>
          <a:off x="0" y="0"/>
          <a:ext cx="0" cy="0"/>
          <a:chOff x="0" y="0"/>
          <a:chExt cx="0" cy="0"/>
        </a:xfrm>
      </p:grpSpPr>
      <p:pic>
        <p:nvPicPr>
          <p:cNvPr id="147" name="Google Shape;147;g38b6460ddcc_1_145" title="sc_blue_icon.png"/>
          <p:cNvPicPr preferRelativeResize="0"/>
          <p:nvPr/>
        </p:nvPicPr>
        <p:blipFill rotWithShape="1">
          <a:blip r:embed="rId3">
            <a:alphaModFix/>
          </a:blip>
          <a:srcRect/>
          <a:stretch/>
        </p:blipFill>
        <p:spPr>
          <a:xfrm>
            <a:off x="685637" y="2013634"/>
            <a:ext cx="777912" cy="759546"/>
          </a:xfrm>
          <a:prstGeom prst="rect">
            <a:avLst/>
          </a:prstGeom>
          <a:noFill/>
          <a:ln>
            <a:noFill/>
          </a:ln>
        </p:spPr>
      </p:pic>
      <p:sp>
        <p:nvSpPr>
          <p:cNvPr id="148" name="Google Shape;148;g38b6460ddcc_1_145"/>
          <p:cNvSpPr txBox="1">
            <a:spLocks noGrp="1"/>
          </p:cNvSpPr>
          <p:nvPr>
            <p:ph type="body" idx="1"/>
          </p:nvPr>
        </p:nvSpPr>
        <p:spPr>
          <a:xfrm>
            <a:off x="593123" y="3059410"/>
            <a:ext cx="6047400" cy="2710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800"/>
              <a:buFont typeface="Martel Sans ExtraLight"/>
              <a:buNone/>
              <a:defRPr sz="4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b. blank light narrow">
    <p:bg>
      <p:bgPr>
        <a:blipFill>
          <a:blip r:embed="rId2">
            <a:alphaModFix/>
          </a:blip>
          <a:stretch>
            <a:fillRect/>
          </a:stretch>
        </a:blip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p:cSld name="b. blank dark wide">
    <p:bg>
      <p:bgPr>
        <a:blipFill>
          <a:blip r:embed="rId2">
            <a:alphaModFix/>
          </a:blip>
          <a:stretch>
            <a:fillRect/>
          </a:stretch>
        </a:blipFill>
        <a:effectLst/>
      </p:bgPr>
    </p:bg>
    <p:spTree>
      <p:nvGrpSpPr>
        <p:cNvPr id="1" name="Shape 151"/>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Title and Content 1">
  <p:cSld name="d. special outro">
    <p:spTree>
      <p:nvGrpSpPr>
        <p:cNvPr id="1" name="Shape 152"/>
        <p:cNvGrpSpPr/>
        <p:nvPr/>
      </p:nvGrpSpPr>
      <p:grpSpPr>
        <a:xfrm>
          <a:off x="0" y="0"/>
          <a:ext cx="0" cy="0"/>
          <a:chOff x="0" y="0"/>
          <a:chExt cx="0" cy="0"/>
        </a:xfrm>
      </p:grpSpPr>
      <p:pic>
        <p:nvPicPr>
          <p:cNvPr id="153" name="Google Shape;153;g38b6460ddcc_1_151" descr="A blue and white background&#10;&#10;AI-generated content may be incorrect."/>
          <p:cNvPicPr preferRelativeResize="0"/>
          <p:nvPr/>
        </p:nvPicPr>
        <p:blipFill rotWithShape="1">
          <a:blip r:embed="rId2">
            <a:alphaModFix/>
          </a:blip>
          <a:srcRect/>
          <a:stretch/>
        </p:blipFill>
        <p:spPr>
          <a:xfrm>
            <a:off x="0" y="3047"/>
            <a:ext cx="12192001" cy="685190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p:cSld name="c. section 5">
    <p:bg>
      <p:bgPr>
        <a:blipFill>
          <a:blip r:embed="rId2">
            <a:alphaModFix/>
          </a:blip>
          <a:stretch>
            <a:fillRect/>
          </a:stretch>
        </a:blipFill>
        <a:effectLst/>
      </p:bgPr>
    </p:bg>
    <p:spTree>
      <p:nvGrpSpPr>
        <p:cNvPr id="1" name="Shape 154"/>
        <p:cNvGrpSpPr/>
        <p:nvPr/>
      </p:nvGrpSpPr>
      <p:grpSpPr>
        <a:xfrm>
          <a:off x="0" y="0"/>
          <a:ext cx="0" cy="0"/>
          <a:chOff x="0" y="0"/>
          <a:chExt cx="0" cy="0"/>
        </a:xfrm>
      </p:grpSpPr>
      <p:pic>
        <p:nvPicPr>
          <p:cNvPr id="155" name="Google Shape;155;g38b6460ddcc_1_153" title="sc_blue_icon.png"/>
          <p:cNvPicPr preferRelativeResize="0"/>
          <p:nvPr/>
        </p:nvPicPr>
        <p:blipFill rotWithShape="1">
          <a:blip r:embed="rId3">
            <a:alphaModFix/>
          </a:blip>
          <a:srcRect/>
          <a:stretch/>
        </p:blipFill>
        <p:spPr>
          <a:xfrm>
            <a:off x="685637" y="2013634"/>
            <a:ext cx="777912" cy="759546"/>
          </a:xfrm>
          <a:prstGeom prst="rect">
            <a:avLst/>
          </a:prstGeom>
          <a:noFill/>
          <a:ln>
            <a:noFill/>
          </a:ln>
        </p:spPr>
      </p:pic>
      <p:sp>
        <p:nvSpPr>
          <p:cNvPr id="156" name="Google Shape;156;g38b6460ddcc_1_153"/>
          <p:cNvSpPr txBox="1">
            <a:spLocks noGrp="1"/>
          </p:cNvSpPr>
          <p:nvPr>
            <p:ph type="body" idx="1"/>
          </p:nvPr>
        </p:nvSpPr>
        <p:spPr>
          <a:xfrm>
            <a:off x="593123" y="3059410"/>
            <a:ext cx="6047400" cy="2710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800"/>
              <a:buFont typeface="Martel Sans ExtraLight"/>
              <a:buNone/>
              <a:defRPr sz="4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p:cSld name="c. section 8">
    <p:bg>
      <p:bgPr>
        <a:blipFill>
          <a:blip r:embed="rId2">
            <a:alphaModFix/>
          </a:blip>
          <a:stretch>
            <a:fillRect/>
          </a:stretch>
        </a:blipFill>
        <a:effectLst/>
      </p:bgPr>
    </p:bg>
    <p:spTree>
      <p:nvGrpSpPr>
        <p:cNvPr id="1" name="Shape 157"/>
        <p:cNvGrpSpPr/>
        <p:nvPr/>
      </p:nvGrpSpPr>
      <p:grpSpPr>
        <a:xfrm>
          <a:off x="0" y="0"/>
          <a:ext cx="0" cy="0"/>
          <a:chOff x="0" y="0"/>
          <a:chExt cx="0" cy="0"/>
        </a:xfrm>
      </p:grpSpPr>
      <p:pic>
        <p:nvPicPr>
          <p:cNvPr id="158" name="Google Shape;158;g38b6460ddcc_1_156" title="sc_blue_icon.png"/>
          <p:cNvPicPr preferRelativeResize="0"/>
          <p:nvPr/>
        </p:nvPicPr>
        <p:blipFill rotWithShape="1">
          <a:blip r:embed="rId3">
            <a:alphaModFix/>
          </a:blip>
          <a:srcRect/>
          <a:stretch/>
        </p:blipFill>
        <p:spPr>
          <a:xfrm>
            <a:off x="685637" y="2013634"/>
            <a:ext cx="777912" cy="759546"/>
          </a:xfrm>
          <a:prstGeom prst="rect">
            <a:avLst/>
          </a:prstGeom>
          <a:noFill/>
          <a:ln>
            <a:noFill/>
          </a:ln>
        </p:spPr>
      </p:pic>
      <p:sp>
        <p:nvSpPr>
          <p:cNvPr id="159" name="Google Shape;159;g38b6460ddcc_1_156"/>
          <p:cNvSpPr txBox="1">
            <a:spLocks noGrp="1"/>
          </p:cNvSpPr>
          <p:nvPr>
            <p:ph type="body" idx="1"/>
          </p:nvPr>
        </p:nvSpPr>
        <p:spPr>
          <a:xfrm>
            <a:off x="593123" y="3059410"/>
            <a:ext cx="6047400" cy="2710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800"/>
              <a:buFont typeface="Martel Sans ExtraLight"/>
              <a:buNone/>
              <a:defRPr sz="4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p:cSld name="c. section 6">
    <p:bg>
      <p:bgPr>
        <a:blipFill>
          <a:blip r:embed="rId2">
            <a:alphaModFix/>
          </a:blip>
          <a:stretch>
            <a:fillRect/>
          </a:stretch>
        </a:blipFill>
        <a:effectLst/>
      </p:bgPr>
    </p:bg>
    <p:spTree>
      <p:nvGrpSpPr>
        <p:cNvPr id="1" name="Shape 160"/>
        <p:cNvGrpSpPr/>
        <p:nvPr/>
      </p:nvGrpSpPr>
      <p:grpSpPr>
        <a:xfrm>
          <a:off x="0" y="0"/>
          <a:ext cx="0" cy="0"/>
          <a:chOff x="0" y="0"/>
          <a:chExt cx="0" cy="0"/>
        </a:xfrm>
      </p:grpSpPr>
      <p:pic>
        <p:nvPicPr>
          <p:cNvPr id="161" name="Google Shape;161;g38b6460ddcc_1_159" title="sc_blue_icon.png"/>
          <p:cNvPicPr preferRelativeResize="0"/>
          <p:nvPr/>
        </p:nvPicPr>
        <p:blipFill rotWithShape="1">
          <a:blip r:embed="rId3">
            <a:alphaModFix/>
          </a:blip>
          <a:srcRect/>
          <a:stretch/>
        </p:blipFill>
        <p:spPr>
          <a:xfrm>
            <a:off x="685637" y="2013634"/>
            <a:ext cx="777912" cy="759546"/>
          </a:xfrm>
          <a:prstGeom prst="rect">
            <a:avLst/>
          </a:prstGeom>
          <a:noFill/>
          <a:ln>
            <a:noFill/>
          </a:ln>
        </p:spPr>
      </p:pic>
      <p:sp>
        <p:nvSpPr>
          <p:cNvPr id="162" name="Google Shape;162;g38b6460ddcc_1_159"/>
          <p:cNvSpPr txBox="1">
            <a:spLocks noGrp="1"/>
          </p:cNvSpPr>
          <p:nvPr>
            <p:ph type="body" idx="1"/>
          </p:nvPr>
        </p:nvSpPr>
        <p:spPr>
          <a:xfrm>
            <a:off x="593123" y="3059410"/>
            <a:ext cx="6047400" cy="2710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800"/>
              <a:buFont typeface="Martel Sans ExtraLight"/>
              <a:buNone/>
              <a:defRPr sz="4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Title and Content 1">
  <p:cSld name="d. special light oaktree capital">
    <p:spTree>
      <p:nvGrpSpPr>
        <p:cNvPr id="1" name="Shape 163"/>
        <p:cNvGrpSpPr/>
        <p:nvPr/>
      </p:nvGrpSpPr>
      <p:grpSpPr>
        <a:xfrm>
          <a:off x="0" y="0"/>
          <a:ext cx="0" cy="0"/>
          <a:chOff x="0" y="0"/>
          <a:chExt cx="0" cy="0"/>
        </a:xfrm>
      </p:grpSpPr>
      <p:pic>
        <p:nvPicPr>
          <p:cNvPr id="164" name="Google Shape;164;g38b6460ddcc_1_162" descr="A blue and black corner with a tree in the background&#10;&#10;AI-generated content may be incorrect."/>
          <p:cNvPicPr preferRelativeResize="0"/>
          <p:nvPr/>
        </p:nvPicPr>
        <p:blipFill rotWithShape="1">
          <a:blip r:embed="rId2">
            <a:alphaModFix/>
          </a:blip>
          <a:srcRect/>
          <a:stretch/>
        </p:blipFill>
        <p:spPr>
          <a:xfrm>
            <a:off x="0" y="3047"/>
            <a:ext cx="12192001" cy="685190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p:cSld name="c. section 4">
    <p:bg>
      <p:bgPr>
        <a:blipFill>
          <a:blip r:embed="rId2">
            <a:alphaModFix/>
          </a:blip>
          <a:stretch>
            <a:fillRect/>
          </a:stretch>
        </a:blipFill>
        <a:effectLst/>
      </p:bgPr>
    </p:bg>
    <p:spTree>
      <p:nvGrpSpPr>
        <p:cNvPr id="1" name="Shape 165"/>
        <p:cNvGrpSpPr/>
        <p:nvPr/>
      </p:nvGrpSpPr>
      <p:grpSpPr>
        <a:xfrm>
          <a:off x="0" y="0"/>
          <a:ext cx="0" cy="0"/>
          <a:chOff x="0" y="0"/>
          <a:chExt cx="0" cy="0"/>
        </a:xfrm>
      </p:grpSpPr>
      <p:pic>
        <p:nvPicPr>
          <p:cNvPr id="166" name="Google Shape;166;g38b6460ddcc_1_164" title="sc_blue_icon.png"/>
          <p:cNvPicPr preferRelativeResize="0"/>
          <p:nvPr/>
        </p:nvPicPr>
        <p:blipFill rotWithShape="1">
          <a:blip r:embed="rId3">
            <a:alphaModFix/>
          </a:blip>
          <a:srcRect/>
          <a:stretch/>
        </p:blipFill>
        <p:spPr>
          <a:xfrm>
            <a:off x="685637" y="2013634"/>
            <a:ext cx="777912" cy="759546"/>
          </a:xfrm>
          <a:prstGeom prst="rect">
            <a:avLst/>
          </a:prstGeom>
          <a:noFill/>
          <a:ln>
            <a:noFill/>
          </a:ln>
        </p:spPr>
      </p:pic>
      <p:sp>
        <p:nvSpPr>
          <p:cNvPr id="167" name="Google Shape;167;g38b6460ddcc_1_164"/>
          <p:cNvSpPr txBox="1">
            <a:spLocks noGrp="1"/>
          </p:cNvSpPr>
          <p:nvPr>
            <p:ph type="body" idx="1"/>
          </p:nvPr>
        </p:nvSpPr>
        <p:spPr>
          <a:xfrm>
            <a:off x="593123" y="3059410"/>
            <a:ext cx="6047400" cy="2710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800"/>
              <a:buFont typeface="Martel Sans ExtraLight"/>
              <a:buNone/>
              <a:defRPr sz="4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p:cSld name="c. section 2">
    <p:bg>
      <p:bgPr>
        <a:blipFill>
          <a:blip r:embed="rId2">
            <a:alphaModFix/>
          </a:blip>
          <a:stretch>
            <a:fillRect/>
          </a:stretch>
        </a:blipFill>
        <a:effectLst/>
      </p:bgPr>
    </p:bg>
    <p:spTree>
      <p:nvGrpSpPr>
        <p:cNvPr id="1" name="Shape 168"/>
        <p:cNvGrpSpPr/>
        <p:nvPr/>
      </p:nvGrpSpPr>
      <p:grpSpPr>
        <a:xfrm>
          <a:off x="0" y="0"/>
          <a:ext cx="0" cy="0"/>
          <a:chOff x="0" y="0"/>
          <a:chExt cx="0" cy="0"/>
        </a:xfrm>
      </p:grpSpPr>
      <p:pic>
        <p:nvPicPr>
          <p:cNvPr id="169" name="Google Shape;169;g38b6460ddcc_1_167" title="sc_blue_icon.png"/>
          <p:cNvPicPr preferRelativeResize="0"/>
          <p:nvPr/>
        </p:nvPicPr>
        <p:blipFill rotWithShape="1">
          <a:blip r:embed="rId3">
            <a:alphaModFix/>
          </a:blip>
          <a:srcRect/>
          <a:stretch/>
        </p:blipFill>
        <p:spPr>
          <a:xfrm>
            <a:off x="685637" y="2013634"/>
            <a:ext cx="777912" cy="759546"/>
          </a:xfrm>
          <a:prstGeom prst="rect">
            <a:avLst/>
          </a:prstGeom>
          <a:noFill/>
          <a:ln>
            <a:noFill/>
          </a:ln>
        </p:spPr>
      </p:pic>
      <p:sp>
        <p:nvSpPr>
          <p:cNvPr id="170" name="Google Shape;170;g38b6460ddcc_1_167"/>
          <p:cNvSpPr txBox="1">
            <a:spLocks noGrp="1"/>
          </p:cNvSpPr>
          <p:nvPr>
            <p:ph type="body" idx="1"/>
          </p:nvPr>
        </p:nvSpPr>
        <p:spPr>
          <a:xfrm>
            <a:off x="593123" y="3059410"/>
            <a:ext cx="6047400" cy="2710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800"/>
              <a:buFont typeface="Martel Sans ExtraLight"/>
              <a:buNone/>
              <a:defRPr sz="4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p:cSld name="c. section 1">
    <p:bg>
      <p:bgPr>
        <a:blipFill>
          <a:blip r:embed="rId2">
            <a:alphaModFix/>
          </a:blip>
          <a:stretch>
            <a:fillRect/>
          </a:stretch>
        </a:blipFill>
        <a:effectLst/>
      </p:bgPr>
    </p:bg>
    <p:spTree>
      <p:nvGrpSpPr>
        <p:cNvPr id="1" name="Shape 171"/>
        <p:cNvGrpSpPr/>
        <p:nvPr/>
      </p:nvGrpSpPr>
      <p:grpSpPr>
        <a:xfrm>
          <a:off x="0" y="0"/>
          <a:ext cx="0" cy="0"/>
          <a:chOff x="0" y="0"/>
          <a:chExt cx="0" cy="0"/>
        </a:xfrm>
      </p:grpSpPr>
      <p:pic>
        <p:nvPicPr>
          <p:cNvPr id="172" name="Google Shape;172;g38b6460ddcc_1_170" title="sc_blue_icon.png"/>
          <p:cNvPicPr preferRelativeResize="0"/>
          <p:nvPr/>
        </p:nvPicPr>
        <p:blipFill rotWithShape="1">
          <a:blip r:embed="rId3">
            <a:alphaModFix/>
          </a:blip>
          <a:srcRect/>
          <a:stretch/>
        </p:blipFill>
        <p:spPr>
          <a:xfrm>
            <a:off x="685637" y="2013634"/>
            <a:ext cx="777912" cy="759546"/>
          </a:xfrm>
          <a:prstGeom prst="rect">
            <a:avLst/>
          </a:prstGeom>
          <a:noFill/>
          <a:ln>
            <a:noFill/>
          </a:ln>
        </p:spPr>
      </p:pic>
      <p:sp>
        <p:nvSpPr>
          <p:cNvPr id="173" name="Google Shape;173;g38b6460ddcc_1_170"/>
          <p:cNvSpPr txBox="1">
            <a:spLocks noGrp="1"/>
          </p:cNvSpPr>
          <p:nvPr>
            <p:ph type="body" idx="1"/>
          </p:nvPr>
        </p:nvSpPr>
        <p:spPr>
          <a:xfrm>
            <a:off x="593123" y="3059410"/>
            <a:ext cx="6047400" cy="2710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800"/>
              <a:buFont typeface="Martel Sans ExtraLight"/>
              <a:buNone/>
              <a:defRPr sz="4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p:cSld name="c. section 7">
    <p:bg>
      <p:bgPr>
        <a:blipFill>
          <a:blip r:embed="rId2">
            <a:alphaModFix/>
          </a:blip>
          <a:stretch>
            <a:fillRect/>
          </a:stretch>
        </a:blipFill>
        <a:effectLst/>
      </p:bgPr>
    </p:bg>
    <p:spTree>
      <p:nvGrpSpPr>
        <p:cNvPr id="1" name="Shape 174"/>
        <p:cNvGrpSpPr/>
        <p:nvPr/>
      </p:nvGrpSpPr>
      <p:grpSpPr>
        <a:xfrm>
          <a:off x="0" y="0"/>
          <a:ext cx="0" cy="0"/>
          <a:chOff x="0" y="0"/>
          <a:chExt cx="0" cy="0"/>
        </a:xfrm>
      </p:grpSpPr>
      <p:pic>
        <p:nvPicPr>
          <p:cNvPr id="175" name="Google Shape;175;g38b6460ddcc_1_173" title="sc_blue_icon.png"/>
          <p:cNvPicPr preferRelativeResize="0"/>
          <p:nvPr/>
        </p:nvPicPr>
        <p:blipFill rotWithShape="1">
          <a:blip r:embed="rId3">
            <a:alphaModFix/>
          </a:blip>
          <a:srcRect/>
          <a:stretch/>
        </p:blipFill>
        <p:spPr>
          <a:xfrm>
            <a:off x="685637" y="2013634"/>
            <a:ext cx="777912" cy="759546"/>
          </a:xfrm>
          <a:prstGeom prst="rect">
            <a:avLst/>
          </a:prstGeom>
          <a:noFill/>
          <a:ln>
            <a:noFill/>
          </a:ln>
        </p:spPr>
      </p:pic>
      <p:sp>
        <p:nvSpPr>
          <p:cNvPr id="176" name="Google Shape;176;g38b6460ddcc_1_173"/>
          <p:cNvSpPr txBox="1">
            <a:spLocks noGrp="1"/>
          </p:cNvSpPr>
          <p:nvPr>
            <p:ph type="body" idx="1"/>
          </p:nvPr>
        </p:nvSpPr>
        <p:spPr>
          <a:xfrm>
            <a:off x="593123" y="3059410"/>
            <a:ext cx="6047400" cy="2710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800"/>
              <a:buFont typeface="Martel Sans ExtraLight"/>
              <a:buNone/>
              <a:defRPr sz="4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p:cSld name="a. 2-col dark narrow">
    <p:bg>
      <p:bgPr>
        <a:blipFill>
          <a:blip r:embed="rId2">
            <a:alphaModFix/>
          </a:blip>
          <a:stretch>
            <a:fillRect/>
          </a:stretch>
        </a:blipFill>
        <a:effectLst/>
      </p:bgPr>
    </p:bg>
    <p:spTree>
      <p:nvGrpSpPr>
        <p:cNvPr id="1" name="Shape 177"/>
        <p:cNvGrpSpPr/>
        <p:nvPr/>
      </p:nvGrpSpPr>
      <p:grpSpPr>
        <a:xfrm>
          <a:off x="0" y="0"/>
          <a:ext cx="0" cy="0"/>
          <a:chOff x="0" y="0"/>
          <a:chExt cx="0" cy="0"/>
        </a:xfrm>
      </p:grpSpPr>
      <p:sp>
        <p:nvSpPr>
          <p:cNvPr id="178" name="Google Shape;178;g38b6460ddcc_1_176"/>
          <p:cNvSpPr txBox="1">
            <a:spLocks noGrp="1"/>
          </p:cNvSpPr>
          <p:nvPr>
            <p:ph type="body" idx="1"/>
          </p:nvPr>
        </p:nvSpPr>
        <p:spPr>
          <a:xfrm>
            <a:off x="585217" y="2621280"/>
            <a:ext cx="37173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Clr>
                <a:srgbClr val="8BDBFF"/>
              </a:buClr>
              <a:buSzPts val="1800"/>
              <a:buChar char="o"/>
              <a:defRPr>
                <a:solidFill>
                  <a:srgbClr val="8BDBFF"/>
                </a:solidFill>
              </a:defRPr>
            </a:lvl2pPr>
            <a:lvl3pPr marL="1371600" lvl="2" indent="-317500" algn="l">
              <a:lnSpc>
                <a:spcPct val="90000"/>
              </a:lnSpc>
              <a:spcBef>
                <a:spcPts val="500"/>
              </a:spcBef>
              <a:spcAft>
                <a:spcPts val="0"/>
              </a:spcAft>
              <a:buClr>
                <a:srgbClr val="8BDBFF"/>
              </a:buClr>
              <a:buSzPts val="1400"/>
              <a:buChar char="o"/>
              <a:defRPr>
                <a:solidFill>
                  <a:srgbClr val="8BDBFF"/>
                </a:solidFill>
              </a:defRPr>
            </a:lvl3pPr>
            <a:lvl4pPr marL="1828800" lvl="3" indent="-304800" algn="l">
              <a:lnSpc>
                <a:spcPct val="90000"/>
              </a:lnSpc>
              <a:spcBef>
                <a:spcPts val="500"/>
              </a:spcBef>
              <a:spcAft>
                <a:spcPts val="0"/>
              </a:spcAft>
              <a:buClr>
                <a:srgbClr val="8BDBFF"/>
              </a:buClr>
              <a:buSzPts val="1200"/>
              <a:buChar char="o"/>
              <a:defRPr>
                <a:solidFill>
                  <a:srgbClr val="8BDBFF"/>
                </a:solidFill>
              </a:defRPr>
            </a:lvl4pPr>
            <a:lvl5pPr marL="2286000" lvl="4" indent="-285750" algn="l">
              <a:lnSpc>
                <a:spcPct val="90000"/>
              </a:lnSpc>
              <a:spcBef>
                <a:spcPts val="500"/>
              </a:spcBef>
              <a:spcAft>
                <a:spcPts val="0"/>
              </a:spcAft>
              <a:buClr>
                <a:srgbClr val="8BDBFF"/>
              </a:buClr>
              <a:buSzPts val="900"/>
              <a:buChar char="o"/>
              <a:defRPr>
                <a:solidFill>
                  <a:srgbClr val="8BDBFF"/>
                </a:solidFill>
              </a:defRPr>
            </a:lvl5pPr>
            <a:lvl6pPr marL="2743200" lvl="5" indent="-342900" algn="l">
              <a:lnSpc>
                <a:spcPct val="90000"/>
              </a:lnSpc>
              <a:spcBef>
                <a:spcPts val="500"/>
              </a:spcBef>
              <a:spcAft>
                <a:spcPts val="0"/>
              </a:spcAft>
              <a:buClr>
                <a:srgbClr val="8BDBFF"/>
              </a:buClr>
              <a:buSzPts val="1800"/>
              <a:buChar char="•"/>
              <a:defRPr>
                <a:solidFill>
                  <a:srgbClr val="8BDBFF"/>
                </a:solidFill>
              </a:defRPr>
            </a:lvl6pPr>
            <a:lvl7pPr marL="3200400" lvl="6" indent="-342900" algn="l">
              <a:lnSpc>
                <a:spcPct val="90000"/>
              </a:lnSpc>
              <a:spcBef>
                <a:spcPts val="500"/>
              </a:spcBef>
              <a:spcAft>
                <a:spcPts val="0"/>
              </a:spcAft>
              <a:buClr>
                <a:srgbClr val="8BDBFF"/>
              </a:buClr>
              <a:buSzPts val="1800"/>
              <a:buChar char="•"/>
              <a:defRPr>
                <a:solidFill>
                  <a:srgbClr val="8BDBFF"/>
                </a:solidFill>
              </a:defRPr>
            </a:lvl7pPr>
            <a:lvl8pPr marL="3657600" lvl="7" indent="-342900" algn="l">
              <a:lnSpc>
                <a:spcPct val="90000"/>
              </a:lnSpc>
              <a:spcBef>
                <a:spcPts val="500"/>
              </a:spcBef>
              <a:spcAft>
                <a:spcPts val="0"/>
              </a:spcAft>
              <a:buClr>
                <a:srgbClr val="8BDBFF"/>
              </a:buClr>
              <a:buSzPts val="1800"/>
              <a:buChar char="•"/>
              <a:defRPr>
                <a:solidFill>
                  <a:srgbClr val="8BDBFF"/>
                </a:solidFill>
              </a:defRPr>
            </a:lvl8pPr>
            <a:lvl9pPr marL="4114800" lvl="8" indent="-342900" algn="l">
              <a:lnSpc>
                <a:spcPct val="90000"/>
              </a:lnSpc>
              <a:spcBef>
                <a:spcPts val="500"/>
              </a:spcBef>
              <a:spcAft>
                <a:spcPts val="0"/>
              </a:spcAft>
              <a:buClr>
                <a:srgbClr val="8BDBFF"/>
              </a:buClr>
              <a:buSzPts val="1800"/>
              <a:buChar char="•"/>
              <a:defRPr>
                <a:solidFill>
                  <a:srgbClr val="8BDBFF"/>
                </a:solidFill>
              </a:defRPr>
            </a:lvl9pPr>
          </a:lstStyle>
          <a:p>
            <a:endParaRPr/>
          </a:p>
        </p:txBody>
      </p:sp>
      <p:sp>
        <p:nvSpPr>
          <p:cNvPr id="179" name="Google Shape;179;g38b6460ddcc_1_176"/>
          <p:cNvSpPr txBox="1">
            <a:spLocks noGrp="1"/>
          </p:cNvSpPr>
          <p:nvPr>
            <p:ph type="body" idx="2"/>
          </p:nvPr>
        </p:nvSpPr>
        <p:spPr>
          <a:xfrm>
            <a:off x="4981370" y="2621280"/>
            <a:ext cx="37173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Clr>
                <a:srgbClr val="8BDBFF"/>
              </a:buClr>
              <a:buSzPts val="1800"/>
              <a:buChar char="o"/>
              <a:defRPr>
                <a:solidFill>
                  <a:srgbClr val="8BDBFF"/>
                </a:solidFill>
              </a:defRPr>
            </a:lvl2pPr>
            <a:lvl3pPr marL="1371600" lvl="2" indent="-317500" algn="l">
              <a:lnSpc>
                <a:spcPct val="90000"/>
              </a:lnSpc>
              <a:spcBef>
                <a:spcPts val="500"/>
              </a:spcBef>
              <a:spcAft>
                <a:spcPts val="0"/>
              </a:spcAft>
              <a:buClr>
                <a:srgbClr val="8BDBFF"/>
              </a:buClr>
              <a:buSzPts val="1400"/>
              <a:buChar char="o"/>
              <a:defRPr>
                <a:solidFill>
                  <a:srgbClr val="8BDBFF"/>
                </a:solidFill>
              </a:defRPr>
            </a:lvl3pPr>
            <a:lvl4pPr marL="1828800" lvl="3" indent="-304800" algn="l">
              <a:lnSpc>
                <a:spcPct val="90000"/>
              </a:lnSpc>
              <a:spcBef>
                <a:spcPts val="500"/>
              </a:spcBef>
              <a:spcAft>
                <a:spcPts val="0"/>
              </a:spcAft>
              <a:buClr>
                <a:srgbClr val="8BDBFF"/>
              </a:buClr>
              <a:buSzPts val="1200"/>
              <a:buChar char="o"/>
              <a:defRPr>
                <a:solidFill>
                  <a:srgbClr val="8BDBFF"/>
                </a:solidFill>
              </a:defRPr>
            </a:lvl4pPr>
            <a:lvl5pPr marL="2286000" lvl="4" indent="-285750" algn="l">
              <a:lnSpc>
                <a:spcPct val="90000"/>
              </a:lnSpc>
              <a:spcBef>
                <a:spcPts val="500"/>
              </a:spcBef>
              <a:spcAft>
                <a:spcPts val="0"/>
              </a:spcAft>
              <a:buClr>
                <a:srgbClr val="8BDBFF"/>
              </a:buClr>
              <a:buSzPts val="900"/>
              <a:buChar char="o"/>
              <a:defRPr>
                <a:solidFill>
                  <a:srgbClr val="8BDBFF"/>
                </a:solidFill>
              </a:defRPr>
            </a:lvl5pPr>
            <a:lvl6pPr marL="2743200" lvl="5" indent="-342900" algn="l">
              <a:lnSpc>
                <a:spcPct val="90000"/>
              </a:lnSpc>
              <a:spcBef>
                <a:spcPts val="500"/>
              </a:spcBef>
              <a:spcAft>
                <a:spcPts val="0"/>
              </a:spcAft>
              <a:buClr>
                <a:srgbClr val="8BDBFF"/>
              </a:buClr>
              <a:buSzPts val="1800"/>
              <a:buChar char="•"/>
              <a:defRPr>
                <a:solidFill>
                  <a:srgbClr val="8BDBFF"/>
                </a:solidFill>
              </a:defRPr>
            </a:lvl6pPr>
            <a:lvl7pPr marL="3200400" lvl="6" indent="-342900" algn="l">
              <a:lnSpc>
                <a:spcPct val="90000"/>
              </a:lnSpc>
              <a:spcBef>
                <a:spcPts val="500"/>
              </a:spcBef>
              <a:spcAft>
                <a:spcPts val="0"/>
              </a:spcAft>
              <a:buClr>
                <a:srgbClr val="8BDBFF"/>
              </a:buClr>
              <a:buSzPts val="1800"/>
              <a:buChar char="•"/>
              <a:defRPr>
                <a:solidFill>
                  <a:srgbClr val="8BDBFF"/>
                </a:solidFill>
              </a:defRPr>
            </a:lvl7pPr>
            <a:lvl8pPr marL="3657600" lvl="7" indent="-342900" algn="l">
              <a:lnSpc>
                <a:spcPct val="90000"/>
              </a:lnSpc>
              <a:spcBef>
                <a:spcPts val="500"/>
              </a:spcBef>
              <a:spcAft>
                <a:spcPts val="0"/>
              </a:spcAft>
              <a:buClr>
                <a:srgbClr val="8BDBFF"/>
              </a:buClr>
              <a:buSzPts val="1800"/>
              <a:buChar char="•"/>
              <a:defRPr>
                <a:solidFill>
                  <a:srgbClr val="8BDBFF"/>
                </a:solidFill>
              </a:defRPr>
            </a:lvl8pPr>
            <a:lvl9pPr marL="4114800" lvl="8" indent="-342900" algn="l">
              <a:lnSpc>
                <a:spcPct val="90000"/>
              </a:lnSpc>
              <a:spcBef>
                <a:spcPts val="500"/>
              </a:spcBef>
              <a:spcAft>
                <a:spcPts val="0"/>
              </a:spcAft>
              <a:buClr>
                <a:srgbClr val="8BDBFF"/>
              </a:buClr>
              <a:buSzPts val="1800"/>
              <a:buChar char="•"/>
              <a:defRPr>
                <a:solidFill>
                  <a:srgbClr val="8BDBFF"/>
                </a:solidFill>
              </a:defRPr>
            </a:lvl9pPr>
          </a:lstStyle>
          <a:p>
            <a:endParaRPr/>
          </a:p>
        </p:txBody>
      </p:sp>
      <p:sp>
        <p:nvSpPr>
          <p:cNvPr id="180" name="Google Shape;180;g38b6460ddcc_1_176"/>
          <p:cNvSpPr txBox="1">
            <a:spLocks noGrp="1"/>
          </p:cNvSpPr>
          <p:nvPr>
            <p:ph type="body" idx="3"/>
          </p:nvPr>
        </p:nvSpPr>
        <p:spPr>
          <a:xfrm>
            <a:off x="594359" y="692132"/>
            <a:ext cx="8795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Font typeface="Martel Sans ExtraLight"/>
              <a:buNone/>
              <a:defRPr sz="2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
        <p:nvSpPr>
          <p:cNvPr id="181" name="Google Shape;181;g38b6460ddcc_1_176"/>
          <p:cNvSpPr txBox="1">
            <a:spLocks noGrp="1"/>
          </p:cNvSpPr>
          <p:nvPr>
            <p:ph type="body" idx="4"/>
          </p:nvPr>
        </p:nvSpPr>
        <p:spPr>
          <a:xfrm>
            <a:off x="585217" y="1371600"/>
            <a:ext cx="61812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Font typeface="Martel Sans ExtraLight"/>
              <a:buNone/>
              <a:defRPr sz="1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p:cSld name="a. 2-col dark wide">
    <p:bg>
      <p:bgPr>
        <a:blipFill>
          <a:blip r:embed="rId2">
            <a:alphaModFix/>
          </a:blip>
          <a:stretch>
            <a:fillRect/>
          </a:stretch>
        </a:blipFill>
        <a:effectLst/>
      </p:bgPr>
    </p:bg>
    <p:spTree>
      <p:nvGrpSpPr>
        <p:cNvPr id="1" name="Shape 182"/>
        <p:cNvGrpSpPr/>
        <p:nvPr/>
      </p:nvGrpSpPr>
      <p:grpSpPr>
        <a:xfrm>
          <a:off x="0" y="0"/>
          <a:ext cx="0" cy="0"/>
          <a:chOff x="0" y="0"/>
          <a:chExt cx="0" cy="0"/>
        </a:xfrm>
      </p:grpSpPr>
      <p:sp>
        <p:nvSpPr>
          <p:cNvPr id="183" name="Google Shape;183;g38b6460ddcc_1_181"/>
          <p:cNvSpPr txBox="1">
            <a:spLocks noGrp="1"/>
          </p:cNvSpPr>
          <p:nvPr>
            <p:ph type="body" idx="1"/>
          </p:nvPr>
        </p:nvSpPr>
        <p:spPr>
          <a:xfrm>
            <a:off x="585217" y="1371600"/>
            <a:ext cx="61812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Font typeface="Martel Sans ExtraLight"/>
              <a:buNone/>
              <a:defRPr sz="1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4" name="Google Shape;184;g38b6460ddcc_1_181"/>
          <p:cNvSpPr txBox="1">
            <a:spLocks noGrp="1"/>
          </p:cNvSpPr>
          <p:nvPr>
            <p:ph type="body" idx="2"/>
          </p:nvPr>
        </p:nvSpPr>
        <p:spPr>
          <a:xfrm>
            <a:off x="594359" y="692132"/>
            <a:ext cx="8795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Font typeface="Martel Sans ExtraLight"/>
              <a:buNone/>
              <a:defRPr sz="2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
        <p:nvSpPr>
          <p:cNvPr id="185" name="Google Shape;185;g38b6460ddcc_1_181"/>
          <p:cNvSpPr txBox="1">
            <a:spLocks noGrp="1"/>
          </p:cNvSpPr>
          <p:nvPr>
            <p:ph type="body" idx="3"/>
          </p:nvPr>
        </p:nvSpPr>
        <p:spPr>
          <a:xfrm>
            <a:off x="585217" y="2621280"/>
            <a:ext cx="49884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Clr>
                <a:srgbClr val="8BDBFF"/>
              </a:buClr>
              <a:buSzPts val="1800"/>
              <a:buChar char="o"/>
              <a:defRPr>
                <a:solidFill>
                  <a:srgbClr val="8BDBFF"/>
                </a:solidFill>
              </a:defRPr>
            </a:lvl2pPr>
            <a:lvl3pPr marL="1371600" lvl="2" indent="-317500" algn="l">
              <a:lnSpc>
                <a:spcPct val="90000"/>
              </a:lnSpc>
              <a:spcBef>
                <a:spcPts val="500"/>
              </a:spcBef>
              <a:spcAft>
                <a:spcPts val="0"/>
              </a:spcAft>
              <a:buClr>
                <a:srgbClr val="8BDBFF"/>
              </a:buClr>
              <a:buSzPts val="1400"/>
              <a:buChar char="o"/>
              <a:defRPr>
                <a:solidFill>
                  <a:srgbClr val="8BDBFF"/>
                </a:solidFill>
              </a:defRPr>
            </a:lvl3pPr>
            <a:lvl4pPr marL="1828800" lvl="3" indent="-304800" algn="l">
              <a:lnSpc>
                <a:spcPct val="90000"/>
              </a:lnSpc>
              <a:spcBef>
                <a:spcPts val="500"/>
              </a:spcBef>
              <a:spcAft>
                <a:spcPts val="0"/>
              </a:spcAft>
              <a:buClr>
                <a:srgbClr val="8BDBFF"/>
              </a:buClr>
              <a:buSzPts val="1200"/>
              <a:buChar char="o"/>
              <a:defRPr>
                <a:solidFill>
                  <a:srgbClr val="8BDBFF"/>
                </a:solidFill>
              </a:defRPr>
            </a:lvl4pPr>
            <a:lvl5pPr marL="2286000" lvl="4" indent="-285750" algn="l">
              <a:lnSpc>
                <a:spcPct val="90000"/>
              </a:lnSpc>
              <a:spcBef>
                <a:spcPts val="500"/>
              </a:spcBef>
              <a:spcAft>
                <a:spcPts val="0"/>
              </a:spcAft>
              <a:buClr>
                <a:srgbClr val="8BDBFF"/>
              </a:buClr>
              <a:buSzPts val="900"/>
              <a:buChar char="o"/>
              <a:defRPr>
                <a:solidFill>
                  <a:srgbClr val="8BDBFF"/>
                </a:solidFill>
              </a:defRPr>
            </a:lvl5pPr>
            <a:lvl6pPr marL="2743200" lvl="5" indent="-342900" algn="l">
              <a:lnSpc>
                <a:spcPct val="90000"/>
              </a:lnSpc>
              <a:spcBef>
                <a:spcPts val="500"/>
              </a:spcBef>
              <a:spcAft>
                <a:spcPts val="0"/>
              </a:spcAft>
              <a:buClr>
                <a:srgbClr val="8BDBFF"/>
              </a:buClr>
              <a:buSzPts val="1800"/>
              <a:buChar char="•"/>
              <a:defRPr>
                <a:solidFill>
                  <a:srgbClr val="8BDBFF"/>
                </a:solidFill>
              </a:defRPr>
            </a:lvl6pPr>
            <a:lvl7pPr marL="3200400" lvl="6" indent="-342900" algn="l">
              <a:lnSpc>
                <a:spcPct val="90000"/>
              </a:lnSpc>
              <a:spcBef>
                <a:spcPts val="500"/>
              </a:spcBef>
              <a:spcAft>
                <a:spcPts val="0"/>
              </a:spcAft>
              <a:buClr>
                <a:srgbClr val="8BDBFF"/>
              </a:buClr>
              <a:buSzPts val="1800"/>
              <a:buChar char="•"/>
              <a:defRPr>
                <a:solidFill>
                  <a:srgbClr val="8BDBFF"/>
                </a:solidFill>
              </a:defRPr>
            </a:lvl7pPr>
            <a:lvl8pPr marL="3657600" lvl="7" indent="-342900" algn="l">
              <a:lnSpc>
                <a:spcPct val="90000"/>
              </a:lnSpc>
              <a:spcBef>
                <a:spcPts val="500"/>
              </a:spcBef>
              <a:spcAft>
                <a:spcPts val="0"/>
              </a:spcAft>
              <a:buClr>
                <a:srgbClr val="8BDBFF"/>
              </a:buClr>
              <a:buSzPts val="1800"/>
              <a:buChar char="•"/>
              <a:defRPr>
                <a:solidFill>
                  <a:srgbClr val="8BDBFF"/>
                </a:solidFill>
              </a:defRPr>
            </a:lvl8pPr>
            <a:lvl9pPr marL="4114800" lvl="8" indent="-342900" algn="l">
              <a:lnSpc>
                <a:spcPct val="90000"/>
              </a:lnSpc>
              <a:spcBef>
                <a:spcPts val="500"/>
              </a:spcBef>
              <a:spcAft>
                <a:spcPts val="0"/>
              </a:spcAft>
              <a:buClr>
                <a:srgbClr val="8BDBFF"/>
              </a:buClr>
              <a:buSzPts val="1800"/>
              <a:buChar char="•"/>
              <a:defRPr>
                <a:solidFill>
                  <a:srgbClr val="8BDBFF"/>
                </a:solidFill>
              </a:defRPr>
            </a:lvl9pPr>
          </a:lstStyle>
          <a:p>
            <a:endParaRPr/>
          </a:p>
        </p:txBody>
      </p:sp>
      <p:sp>
        <p:nvSpPr>
          <p:cNvPr id="186" name="Google Shape;186;g38b6460ddcc_1_181"/>
          <p:cNvSpPr txBox="1">
            <a:spLocks noGrp="1"/>
          </p:cNvSpPr>
          <p:nvPr>
            <p:ph type="body" idx="4"/>
          </p:nvPr>
        </p:nvSpPr>
        <p:spPr>
          <a:xfrm>
            <a:off x="6018600" y="2621280"/>
            <a:ext cx="49884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Clr>
                <a:srgbClr val="8BDBFF"/>
              </a:buClr>
              <a:buSzPts val="1800"/>
              <a:buChar char="o"/>
              <a:defRPr>
                <a:solidFill>
                  <a:srgbClr val="8BDBFF"/>
                </a:solidFill>
              </a:defRPr>
            </a:lvl2pPr>
            <a:lvl3pPr marL="1371600" lvl="2" indent="-317500" algn="l">
              <a:lnSpc>
                <a:spcPct val="90000"/>
              </a:lnSpc>
              <a:spcBef>
                <a:spcPts val="500"/>
              </a:spcBef>
              <a:spcAft>
                <a:spcPts val="0"/>
              </a:spcAft>
              <a:buClr>
                <a:srgbClr val="8BDBFF"/>
              </a:buClr>
              <a:buSzPts val="1400"/>
              <a:buChar char="o"/>
              <a:defRPr>
                <a:solidFill>
                  <a:srgbClr val="8BDBFF"/>
                </a:solidFill>
              </a:defRPr>
            </a:lvl3pPr>
            <a:lvl4pPr marL="1828800" lvl="3" indent="-304800" algn="l">
              <a:lnSpc>
                <a:spcPct val="90000"/>
              </a:lnSpc>
              <a:spcBef>
                <a:spcPts val="500"/>
              </a:spcBef>
              <a:spcAft>
                <a:spcPts val="0"/>
              </a:spcAft>
              <a:buClr>
                <a:srgbClr val="8BDBFF"/>
              </a:buClr>
              <a:buSzPts val="1200"/>
              <a:buChar char="o"/>
              <a:defRPr>
                <a:solidFill>
                  <a:srgbClr val="8BDBFF"/>
                </a:solidFill>
              </a:defRPr>
            </a:lvl4pPr>
            <a:lvl5pPr marL="2286000" lvl="4" indent="-285750" algn="l">
              <a:lnSpc>
                <a:spcPct val="90000"/>
              </a:lnSpc>
              <a:spcBef>
                <a:spcPts val="500"/>
              </a:spcBef>
              <a:spcAft>
                <a:spcPts val="0"/>
              </a:spcAft>
              <a:buClr>
                <a:srgbClr val="8BDBFF"/>
              </a:buClr>
              <a:buSzPts val="900"/>
              <a:buChar char="o"/>
              <a:defRPr>
                <a:solidFill>
                  <a:srgbClr val="8BDBFF"/>
                </a:solidFill>
              </a:defRPr>
            </a:lvl5pPr>
            <a:lvl6pPr marL="2743200" lvl="5" indent="-342900" algn="l">
              <a:lnSpc>
                <a:spcPct val="90000"/>
              </a:lnSpc>
              <a:spcBef>
                <a:spcPts val="500"/>
              </a:spcBef>
              <a:spcAft>
                <a:spcPts val="0"/>
              </a:spcAft>
              <a:buClr>
                <a:srgbClr val="8BDBFF"/>
              </a:buClr>
              <a:buSzPts val="1800"/>
              <a:buChar char="•"/>
              <a:defRPr>
                <a:solidFill>
                  <a:srgbClr val="8BDBFF"/>
                </a:solidFill>
              </a:defRPr>
            </a:lvl6pPr>
            <a:lvl7pPr marL="3200400" lvl="6" indent="-342900" algn="l">
              <a:lnSpc>
                <a:spcPct val="90000"/>
              </a:lnSpc>
              <a:spcBef>
                <a:spcPts val="500"/>
              </a:spcBef>
              <a:spcAft>
                <a:spcPts val="0"/>
              </a:spcAft>
              <a:buClr>
                <a:srgbClr val="8BDBFF"/>
              </a:buClr>
              <a:buSzPts val="1800"/>
              <a:buChar char="•"/>
              <a:defRPr>
                <a:solidFill>
                  <a:srgbClr val="8BDBFF"/>
                </a:solidFill>
              </a:defRPr>
            </a:lvl7pPr>
            <a:lvl8pPr marL="3657600" lvl="7" indent="-342900" algn="l">
              <a:lnSpc>
                <a:spcPct val="90000"/>
              </a:lnSpc>
              <a:spcBef>
                <a:spcPts val="500"/>
              </a:spcBef>
              <a:spcAft>
                <a:spcPts val="0"/>
              </a:spcAft>
              <a:buClr>
                <a:srgbClr val="8BDBFF"/>
              </a:buClr>
              <a:buSzPts val="1800"/>
              <a:buChar char="•"/>
              <a:defRPr>
                <a:solidFill>
                  <a:srgbClr val="8BDBFF"/>
                </a:solidFill>
              </a:defRPr>
            </a:lvl8pPr>
            <a:lvl9pPr marL="4114800" lvl="8" indent="-342900" algn="l">
              <a:lnSpc>
                <a:spcPct val="90000"/>
              </a:lnSpc>
              <a:spcBef>
                <a:spcPts val="500"/>
              </a:spcBef>
              <a:spcAft>
                <a:spcPts val="0"/>
              </a:spcAft>
              <a:buClr>
                <a:srgbClr val="8BDBFF"/>
              </a:buClr>
              <a:buSzPts val="1800"/>
              <a:buChar char="•"/>
              <a:defRPr>
                <a:solidFill>
                  <a:srgbClr val="8BDBFF"/>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p:cSld name="a. 2-col light narrow">
    <p:bg>
      <p:bgPr>
        <a:blipFill>
          <a:blip r:embed="rId2">
            <a:alphaModFix/>
          </a:blip>
          <a:stretch>
            <a:fillRect/>
          </a:stretch>
        </a:blipFill>
        <a:effectLst/>
      </p:bgPr>
    </p:bg>
    <p:spTree>
      <p:nvGrpSpPr>
        <p:cNvPr id="1" name="Shape 187"/>
        <p:cNvGrpSpPr/>
        <p:nvPr/>
      </p:nvGrpSpPr>
      <p:grpSpPr>
        <a:xfrm>
          <a:off x="0" y="0"/>
          <a:ext cx="0" cy="0"/>
          <a:chOff x="0" y="0"/>
          <a:chExt cx="0" cy="0"/>
        </a:xfrm>
      </p:grpSpPr>
      <p:sp>
        <p:nvSpPr>
          <p:cNvPr id="188" name="Google Shape;188;g38b6460ddcc_1_186"/>
          <p:cNvSpPr txBox="1">
            <a:spLocks noGrp="1"/>
          </p:cNvSpPr>
          <p:nvPr>
            <p:ph type="body" idx="1"/>
          </p:nvPr>
        </p:nvSpPr>
        <p:spPr>
          <a:xfrm>
            <a:off x="594359" y="692132"/>
            <a:ext cx="8795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800"/>
              <a:buFont typeface="Martel Sans ExtraLight"/>
              <a:buNone/>
              <a:defRPr sz="2800">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89" name="Google Shape;189;g38b6460ddcc_1_186"/>
          <p:cNvSpPr txBox="1">
            <a:spLocks noGrp="1"/>
          </p:cNvSpPr>
          <p:nvPr>
            <p:ph type="body" idx="2"/>
          </p:nvPr>
        </p:nvSpPr>
        <p:spPr>
          <a:xfrm>
            <a:off x="585217" y="1371600"/>
            <a:ext cx="61812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Font typeface="Martel Sans ExtraLight"/>
              <a:buNone/>
              <a:defRPr sz="1800">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90" name="Google Shape;190;g38b6460ddcc_1_186"/>
          <p:cNvSpPr txBox="1">
            <a:spLocks noGrp="1"/>
          </p:cNvSpPr>
          <p:nvPr>
            <p:ph type="body" idx="3"/>
          </p:nvPr>
        </p:nvSpPr>
        <p:spPr>
          <a:xfrm>
            <a:off x="585217" y="2621280"/>
            <a:ext cx="37173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Font typeface="Martel Sans SemiBold"/>
              <a:buNone/>
              <a:defRPr sz="1800">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91" name="Google Shape;191;g38b6460ddcc_1_186"/>
          <p:cNvSpPr txBox="1">
            <a:spLocks noGrp="1"/>
          </p:cNvSpPr>
          <p:nvPr>
            <p:ph type="body" idx="4"/>
          </p:nvPr>
        </p:nvSpPr>
        <p:spPr>
          <a:xfrm>
            <a:off x="4981370" y="2621280"/>
            <a:ext cx="37173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Font typeface="Martel Sans SemiBold"/>
              <a:buNone/>
              <a:defRPr sz="1800">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p:cSld name="a. 2-col light wide">
    <p:bg>
      <p:bgPr>
        <a:blipFill>
          <a:blip r:embed="rId2">
            <a:alphaModFix/>
          </a:blip>
          <a:stretch>
            <a:fillRect/>
          </a:stretch>
        </a:blipFill>
        <a:effectLst/>
      </p:bgPr>
    </p:bg>
    <p:spTree>
      <p:nvGrpSpPr>
        <p:cNvPr id="1" name="Shape 192"/>
        <p:cNvGrpSpPr/>
        <p:nvPr/>
      </p:nvGrpSpPr>
      <p:grpSpPr>
        <a:xfrm>
          <a:off x="0" y="0"/>
          <a:ext cx="0" cy="0"/>
          <a:chOff x="0" y="0"/>
          <a:chExt cx="0" cy="0"/>
        </a:xfrm>
      </p:grpSpPr>
      <p:sp>
        <p:nvSpPr>
          <p:cNvPr id="193" name="Google Shape;193;g38b6460ddcc_1_191"/>
          <p:cNvSpPr txBox="1">
            <a:spLocks noGrp="1"/>
          </p:cNvSpPr>
          <p:nvPr>
            <p:ph type="body" idx="1"/>
          </p:nvPr>
        </p:nvSpPr>
        <p:spPr>
          <a:xfrm>
            <a:off x="585217" y="1371600"/>
            <a:ext cx="61812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ExtraLight"/>
              <a:buNone/>
              <a:defRPr sz="1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g38b6460ddcc_1_191"/>
          <p:cNvSpPr txBox="1">
            <a:spLocks noGrp="1"/>
          </p:cNvSpPr>
          <p:nvPr>
            <p:ph type="body" idx="2"/>
          </p:nvPr>
        </p:nvSpPr>
        <p:spPr>
          <a:xfrm>
            <a:off x="594359" y="692132"/>
            <a:ext cx="8795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800"/>
              <a:buFont typeface="Martel Sans ExtraLight"/>
              <a:buNone/>
              <a:defRPr sz="2800">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95" name="Google Shape;195;g38b6460ddcc_1_191"/>
          <p:cNvSpPr txBox="1">
            <a:spLocks noGrp="1"/>
          </p:cNvSpPr>
          <p:nvPr>
            <p:ph type="body" idx="3"/>
          </p:nvPr>
        </p:nvSpPr>
        <p:spPr>
          <a:xfrm>
            <a:off x="585217" y="2621280"/>
            <a:ext cx="49884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Font typeface="Martel Sans SemiBold"/>
              <a:buNone/>
              <a:defRPr sz="1800">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96" name="Google Shape;196;g38b6460ddcc_1_191"/>
          <p:cNvSpPr txBox="1">
            <a:spLocks noGrp="1"/>
          </p:cNvSpPr>
          <p:nvPr>
            <p:ph type="body" idx="4"/>
          </p:nvPr>
        </p:nvSpPr>
        <p:spPr>
          <a:xfrm>
            <a:off x="6018600" y="2621280"/>
            <a:ext cx="49884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800"/>
              <a:buFont typeface="Martel Sans SemiBold"/>
              <a:buNone/>
              <a:defRPr sz="1800">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p:cSld name="a. 5 icon dark wide">
    <p:bg>
      <p:bgPr>
        <a:blipFill>
          <a:blip r:embed="rId2">
            <a:alphaModFix/>
          </a:blip>
          <a:stretch>
            <a:fillRect/>
          </a:stretch>
        </a:blipFill>
        <a:effectLst/>
      </p:bgPr>
    </p:bg>
    <p:spTree>
      <p:nvGrpSpPr>
        <p:cNvPr id="1" name="Shape 197"/>
        <p:cNvGrpSpPr/>
        <p:nvPr/>
      </p:nvGrpSpPr>
      <p:grpSpPr>
        <a:xfrm>
          <a:off x="0" y="0"/>
          <a:ext cx="0" cy="0"/>
          <a:chOff x="0" y="0"/>
          <a:chExt cx="0" cy="0"/>
        </a:xfrm>
      </p:grpSpPr>
      <p:sp>
        <p:nvSpPr>
          <p:cNvPr id="198" name="Google Shape;198;g38b6460ddcc_1_196"/>
          <p:cNvSpPr txBox="1">
            <a:spLocks noGrp="1"/>
          </p:cNvSpPr>
          <p:nvPr>
            <p:ph type="body" idx="1"/>
          </p:nvPr>
        </p:nvSpPr>
        <p:spPr>
          <a:xfrm>
            <a:off x="585217" y="1371600"/>
            <a:ext cx="61812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Font typeface="Martel Sans ExtraLight"/>
              <a:buNone/>
              <a:defRPr sz="1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9" name="Google Shape;199;g38b6460ddcc_1_196"/>
          <p:cNvSpPr txBox="1">
            <a:spLocks noGrp="1"/>
          </p:cNvSpPr>
          <p:nvPr>
            <p:ph type="body" idx="2"/>
          </p:nvPr>
        </p:nvSpPr>
        <p:spPr>
          <a:xfrm>
            <a:off x="594359" y="692132"/>
            <a:ext cx="8795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Font typeface="Martel Sans ExtraLight"/>
              <a:buNone/>
              <a:defRPr sz="2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
        <p:nvSpPr>
          <p:cNvPr id="200" name="Google Shape;200;g38b6460ddcc_1_196"/>
          <p:cNvSpPr txBox="1">
            <a:spLocks noGrp="1"/>
          </p:cNvSpPr>
          <p:nvPr>
            <p:ph type="body" idx="3"/>
          </p:nvPr>
        </p:nvSpPr>
        <p:spPr>
          <a:xfrm>
            <a:off x="585217"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g38b6460ddcc_1_196"/>
          <p:cNvSpPr txBox="1">
            <a:spLocks noGrp="1"/>
          </p:cNvSpPr>
          <p:nvPr>
            <p:ph type="body" idx="4"/>
          </p:nvPr>
        </p:nvSpPr>
        <p:spPr>
          <a:xfrm>
            <a:off x="585217"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2" name="Google Shape;202;g38b6460ddcc_1_196"/>
          <p:cNvSpPr>
            <a:spLocks noGrp="1"/>
          </p:cNvSpPr>
          <p:nvPr>
            <p:ph type="pic" idx="5"/>
          </p:nvPr>
        </p:nvSpPr>
        <p:spPr>
          <a:xfrm>
            <a:off x="585217" y="2421048"/>
            <a:ext cx="1904700" cy="1522200"/>
          </a:xfrm>
          <a:prstGeom prst="rect">
            <a:avLst/>
          </a:prstGeom>
          <a:noFill/>
          <a:ln>
            <a:noFill/>
          </a:ln>
        </p:spPr>
      </p:sp>
      <p:sp>
        <p:nvSpPr>
          <p:cNvPr id="203" name="Google Shape;203;g38b6460ddcc_1_196"/>
          <p:cNvSpPr txBox="1">
            <a:spLocks noGrp="1"/>
          </p:cNvSpPr>
          <p:nvPr>
            <p:ph type="body" idx="6"/>
          </p:nvPr>
        </p:nvSpPr>
        <p:spPr>
          <a:xfrm>
            <a:off x="2807913"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 name="Google Shape;204;g38b6460ddcc_1_196"/>
          <p:cNvSpPr txBox="1">
            <a:spLocks noGrp="1"/>
          </p:cNvSpPr>
          <p:nvPr>
            <p:ph type="body" idx="7"/>
          </p:nvPr>
        </p:nvSpPr>
        <p:spPr>
          <a:xfrm>
            <a:off x="2807913"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5" name="Google Shape;205;g38b6460ddcc_1_196"/>
          <p:cNvSpPr>
            <a:spLocks noGrp="1"/>
          </p:cNvSpPr>
          <p:nvPr>
            <p:ph type="pic" idx="8"/>
          </p:nvPr>
        </p:nvSpPr>
        <p:spPr>
          <a:xfrm>
            <a:off x="2807913" y="2421048"/>
            <a:ext cx="1904700" cy="1522200"/>
          </a:xfrm>
          <a:prstGeom prst="rect">
            <a:avLst/>
          </a:prstGeom>
          <a:noFill/>
          <a:ln>
            <a:noFill/>
          </a:ln>
        </p:spPr>
      </p:sp>
      <p:sp>
        <p:nvSpPr>
          <p:cNvPr id="206" name="Google Shape;206;g38b6460ddcc_1_196"/>
          <p:cNvSpPr txBox="1">
            <a:spLocks noGrp="1"/>
          </p:cNvSpPr>
          <p:nvPr>
            <p:ph type="body" idx="9"/>
          </p:nvPr>
        </p:nvSpPr>
        <p:spPr>
          <a:xfrm>
            <a:off x="5030609"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g38b6460ddcc_1_196"/>
          <p:cNvSpPr txBox="1">
            <a:spLocks noGrp="1"/>
          </p:cNvSpPr>
          <p:nvPr>
            <p:ph type="body" idx="13"/>
          </p:nvPr>
        </p:nvSpPr>
        <p:spPr>
          <a:xfrm>
            <a:off x="5030609"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8" name="Google Shape;208;g38b6460ddcc_1_196"/>
          <p:cNvSpPr>
            <a:spLocks noGrp="1"/>
          </p:cNvSpPr>
          <p:nvPr>
            <p:ph type="pic" idx="14"/>
          </p:nvPr>
        </p:nvSpPr>
        <p:spPr>
          <a:xfrm>
            <a:off x="5030609" y="2421048"/>
            <a:ext cx="1904700" cy="1522200"/>
          </a:xfrm>
          <a:prstGeom prst="rect">
            <a:avLst/>
          </a:prstGeom>
          <a:noFill/>
          <a:ln>
            <a:noFill/>
          </a:ln>
        </p:spPr>
      </p:sp>
      <p:sp>
        <p:nvSpPr>
          <p:cNvPr id="209" name="Google Shape;209;g38b6460ddcc_1_196"/>
          <p:cNvSpPr txBox="1">
            <a:spLocks noGrp="1"/>
          </p:cNvSpPr>
          <p:nvPr>
            <p:ph type="body" idx="15"/>
          </p:nvPr>
        </p:nvSpPr>
        <p:spPr>
          <a:xfrm>
            <a:off x="7253305"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0" name="Google Shape;210;g38b6460ddcc_1_196"/>
          <p:cNvSpPr txBox="1">
            <a:spLocks noGrp="1"/>
          </p:cNvSpPr>
          <p:nvPr>
            <p:ph type="body" idx="16"/>
          </p:nvPr>
        </p:nvSpPr>
        <p:spPr>
          <a:xfrm>
            <a:off x="7253305"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g38b6460ddcc_1_196"/>
          <p:cNvSpPr>
            <a:spLocks noGrp="1"/>
          </p:cNvSpPr>
          <p:nvPr>
            <p:ph type="pic" idx="17"/>
          </p:nvPr>
        </p:nvSpPr>
        <p:spPr>
          <a:xfrm>
            <a:off x="7253305" y="2421048"/>
            <a:ext cx="1904700" cy="1522200"/>
          </a:xfrm>
          <a:prstGeom prst="rect">
            <a:avLst/>
          </a:prstGeom>
          <a:noFill/>
          <a:ln>
            <a:noFill/>
          </a:ln>
        </p:spPr>
      </p:sp>
      <p:sp>
        <p:nvSpPr>
          <p:cNvPr id="212" name="Google Shape;212;g38b6460ddcc_1_196"/>
          <p:cNvSpPr txBox="1">
            <a:spLocks noGrp="1"/>
          </p:cNvSpPr>
          <p:nvPr>
            <p:ph type="body" idx="18"/>
          </p:nvPr>
        </p:nvSpPr>
        <p:spPr>
          <a:xfrm>
            <a:off x="9484444"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3" name="Google Shape;213;g38b6460ddcc_1_196"/>
          <p:cNvSpPr txBox="1">
            <a:spLocks noGrp="1"/>
          </p:cNvSpPr>
          <p:nvPr>
            <p:ph type="body" idx="19"/>
          </p:nvPr>
        </p:nvSpPr>
        <p:spPr>
          <a:xfrm>
            <a:off x="9484444"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4" name="Google Shape;214;g38b6460ddcc_1_196"/>
          <p:cNvSpPr>
            <a:spLocks noGrp="1"/>
          </p:cNvSpPr>
          <p:nvPr>
            <p:ph type="pic" idx="20"/>
          </p:nvPr>
        </p:nvSpPr>
        <p:spPr>
          <a:xfrm>
            <a:off x="9484444" y="2421048"/>
            <a:ext cx="1904700" cy="15222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p:cSld name="a. 5 icon light wide">
    <p:bg>
      <p:bgPr>
        <a:blipFill>
          <a:blip r:embed="rId2">
            <a:alphaModFix/>
          </a:blip>
          <a:stretch>
            <a:fillRect/>
          </a:stretch>
        </a:blipFill>
        <a:effectLst/>
      </p:bgPr>
    </p:bg>
    <p:spTree>
      <p:nvGrpSpPr>
        <p:cNvPr id="1" name="Shape 215"/>
        <p:cNvGrpSpPr/>
        <p:nvPr/>
      </p:nvGrpSpPr>
      <p:grpSpPr>
        <a:xfrm>
          <a:off x="0" y="0"/>
          <a:ext cx="0" cy="0"/>
          <a:chOff x="0" y="0"/>
          <a:chExt cx="0" cy="0"/>
        </a:xfrm>
      </p:grpSpPr>
      <p:sp>
        <p:nvSpPr>
          <p:cNvPr id="216" name="Google Shape;216;g38b6460ddcc_1_214"/>
          <p:cNvSpPr txBox="1">
            <a:spLocks noGrp="1"/>
          </p:cNvSpPr>
          <p:nvPr>
            <p:ph type="body" idx="1"/>
          </p:nvPr>
        </p:nvSpPr>
        <p:spPr>
          <a:xfrm>
            <a:off x="585217" y="1371600"/>
            <a:ext cx="61812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ExtraLight"/>
              <a:buNone/>
              <a:defRPr sz="1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g38b6460ddcc_1_214"/>
          <p:cNvSpPr txBox="1">
            <a:spLocks noGrp="1"/>
          </p:cNvSpPr>
          <p:nvPr>
            <p:ph type="body" idx="2"/>
          </p:nvPr>
        </p:nvSpPr>
        <p:spPr>
          <a:xfrm>
            <a:off x="594359" y="692132"/>
            <a:ext cx="8795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800"/>
              <a:buFont typeface="Martel Sans ExtraLight"/>
              <a:buNone/>
              <a:defRPr sz="2800">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218" name="Google Shape;218;g38b6460ddcc_1_214"/>
          <p:cNvSpPr txBox="1">
            <a:spLocks noGrp="1"/>
          </p:cNvSpPr>
          <p:nvPr>
            <p:ph type="body" idx="3"/>
          </p:nvPr>
        </p:nvSpPr>
        <p:spPr>
          <a:xfrm>
            <a:off x="585217"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9" name="Google Shape;219;g38b6460ddcc_1_214"/>
          <p:cNvSpPr txBox="1">
            <a:spLocks noGrp="1"/>
          </p:cNvSpPr>
          <p:nvPr>
            <p:ph type="body" idx="4"/>
          </p:nvPr>
        </p:nvSpPr>
        <p:spPr>
          <a:xfrm>
            <a:off x="585217"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g38b6460ddcc_1_214"/>
          <p:cNvSpPr>
            <a:spLocks noGrp="1"/>
          </p:cNvSpPr>
          <p:nvPr>
            <p:ph type="pic" idx="5"/>
          </p:nvPr>
        </p:nvSpPr>
        <p:spPr>
          <a:xfrm>
            <a:off x="585217" y="2421048"/>
            <a:ext cx="1904700" cy="1522200"/>
          </a:xfrm>
          <a:prstGeom prst="rect">
            <a:avLst/>
          </a:prstGeom>
          <a:noFill/>
          <a:ln>
            <a:noFill/>
          </a:ln>
        </p:spPr>
      </p:sp>
      <p:sp>
        <p:nvSpPr>
          <p:cNvPr id="221" name="Google Shape;221;g38b6460ddcc_1_214"/>
          <p:cNvSpPr txBox="1">
            <a:spLocks noGrp="1"/>
          </p:cNvSpPr>
          <p:nvPr>
            <p:ph type="body" idx="6"/>
          </p:nvPr>
        </p:nvSpPr>
        <p:spPr>
          <a:xfrm>
            <a:off x="2807913"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2" name="Google Shape;222;g38b6460ddcc_1_214"/>
          <p:cNvSpPr txBox="1">
            <a:spLocks noGrp="1"/>
          </p:cNvSpPr>
          <p:nvPr>
            <p:ph type="body" idx="7"/>
          </p:nvPr>
        </p:nvSpPr>
        <p:spPr>
          <a:xfrm>
            <a:off x="2807913"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3" name="Google Shape;223;g38b6460ddcc_1_214"/>
          <p:cNvSpPr>
            <a:spLocks noGrp="1"/>
          </p:cNvSpPr>
          <p:nvPr>
            <p:ph type="pic" idx="8"/>
          </p:nvPr>
        </p:nvSpPr>
        <p:spPr>
          <a:xfrm>
            <a:off x="2807913" y="2421048"/>
            <a:ext cx="1904700" cy="1522200"/>
          </a:xfrm>
          <a:prstGeom prst="rect">
            <a:avLst/>
          </a:prstGeom>
          <a:noFill/>
          <a:ln>
            <a:noFill/>
          </a:ln>
        </p:spPr>
      </p:sp>
      <p:sp>
        <p:nvSpPr>
          <p:cNvPr id="224" name="Google Shape;224;g38b6460ddcc_1_214"/>
          <p:cNvSpPr txBox="1">
            <a:spLocks noGrp="1"/>
          </p:cNvSpPr>
          <p:nvPr>
            <p:ph type="body" idx="9"/>
          </p:nvPr>
        </p:nvSpPr>
        <p:spPr>
          <a:xfrm>
            <a:off x="5030609"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g38b6460ddcc_1_214"/>
          <p:cNvSpPr txBox="1">
            <a:spLocks noGrp="1"/>
          </p:cNvSpPr>
          <p:nvPr>
            <p:ph type="body" idx="13"/>
          </p:nvPr>
        </p:nvSpPr>
        <p:spPr>
          <a:xfrm>
            <a:off x="5030609"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6" name="Google Shape;226;g38b6460ddcc_1_214"/>
          <p:cNvSpPr>
            <a:spLocks noGrp="1"/>
          </p:cNvSpPr>
          <p:nvPr>
            <p:ph type="pic" idx="14"/>
          </p:nvPr>
        </p:nvSpPr>
        <p:spPr>
          <a:xfrm>
            <a:off x="5030609" y="2421048"/>
            <a:ext cx="1904700" cy="1522200"/>
          </a:xfrm>
          <a:prstGeom prst="rect">
            <a:avLst/>
          </a:prstGeom>
          <a:noFill/>
          <a:ln>
            <a:noFill/>
          </a:ln>
        </p:spPr>
      </p:sp>
      <p:sp>
        <p:nvSpPr>
          <p:cNvPr id="227" name="Google Shape;227;g38b6460ddcc_1_214"/>
          <p:cNvSpPr txBox="1">
            <a:spLocks noGrp="1"/>
          </p:cNvSpPr>
          <p:nvPr>
            <p:ph type="body" idx="15"/>
          </p:nvPr>
        </p:nvSpPr>
        <p:spPr>
          <a:xfrm>
            <a:off x="7253305"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8" name="Google Shape;228;g38b6460ddcc_1_214"/>
          <p:cNvSpPr txBox="1">
            <a:spLocks noGrp="1"/>
          </p:cNvSpPr>
          <p:nvPr>
            <p:ph type="body" idx="16"/>
          </p:nvPr>
        </p:nvSpPr>
        <p:spPr>
          <a:xfrm>
            <a:off x="7253305"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9" name="Google Shape;229;g38b6460ddcc_1_214"/>
          <p:cNvSpPr>
            <a:spLocks noGrp="1"/>
          </p:cNvSpPr>
          <p:nvPr>
            <p:ph type="pic" idx="17"/>
          </p:nvPr>
        </p:nvSpPr>
        <p:spPr>
          <a:xfrm>
            <a:off x="7253305" y="2421048"/>
            <a:ext cx="1904700" cy="1522200"/>
          </a:xfrm>
          <a:prstGeom prst="rect">
            <a:avLst/>
          </a:prstGeom>
          <a:noFill/>
          <a:ln>
            <a:noFill/>
          </a:ln>
        </p:spPr>
      </p:sp>
      <p:sp>
        <p:nvSpPr>
          <p:cNvPr id="230" name="Google Shape;230;g38b6460ddcc_1_214"/>
          <p:cNvSpPr txBox="1">
            <a:spLocks noGrp="1"/>
          </p:cNvSpPr>
          <p:nvPr>
            <p:ph type="body" idx="18"/>
          </p:nvPr>
        </p:nvSpPr>
        <p:spPr>
          <a:xfrm>
            <a:off x="9484444"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1" name="Google Shape;231;g38b6460ddcc_1_214"/>
          <p:cNvSpPr txBox="1">
            <a:spLocks noGrp="1"/>
          </p:cNvSpPr>
          <p:nvPr>
            <p:ph type="body" idx="19"/>
          </p:nvPr>
        </p:nvSpPr>
        <p:spPr>
          <a:xfrm>
            <a:off x="9484444"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g38b6460ddcc_1_214"/>
          <p:cNvSpPr>
            <a:spLocks noGrp="1"/>
          </p:cNvSpPr>
          <p:nvPr>
            <p:ph type="pic" idx="20"/>
          </p:nvPr>
        </p:nvSpPr>
        <p:spPr>
          <a:xfrm>
            <a:off x="9484444" y="2421048"/>
            <a:ext cx="1904700" cy="15222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p:cSld name="a. 4 icon dark narrow">
    <p:bg>
      <p:bgPr>
        <a:blipFill>
          <a:blip r:embed="rId2">
            <a:alphaModFix/>
          </a:blip>
          <a:stretch>
            <a:fillRect/>
          </a:stretch>
        </a:blipFill>
        <a:effectLst/>
      </p:bgPr>
    </p:bg>
    <p:spTree>
      <p:nvGrpSpPr>
        <p:cNvPr id="1" name="Shape 233"/>
        <p:cNvGrpSpPr/>
        <p:nvPr/>
      </p:nvGrpSpPr>
      <p:grpSpPr>
        <a:xfrm>
          <a:off x="0" y="0"/>
          <a:ext cx="0" cy="0"/>
          <a:chOff x="0" y="0"/>
          <a:chExt cx="0" cy="0"/>
        </a:xfrm>
      </p:grpSpPr>
      <p:sp>
        <p:nvSpPr>
          <p:cNvPr id="234" name="Google Shape;234;g38b6460ddcc_1_232"/>
          <p:cNvSpPr txBox="1">
            <a:spLocks noGrp="1"/>
          </p:cNvSpPr>
          <p:nvPr>
            <p:ph type="body" idx="1"/>
          </p:nvPr>
        </p:nvSpPr>
        <p:spPr>
          <a:xfrm>
            <a:off x="585217" y="1371600"/>
            <a:ext cx="61812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800"/>
              <a:buFont typeface="Martel Sans ExtraLight"/>
              <a:buNone/>
              <a:defRPr sz="1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5" name="Google Shape;235;g38b6460ddcc_1_232"/>
          <p:cNvSpPr txBox="1">
            <a:spLocks noGrp="1"/>
          </p:cNvSpPr>
          <p:nvPr>
            <p:ph type="body" idx="2"/>
          </p:nvPr>
        </p:nvSpPr>
        <p:spPr>
          <a:xfrm>
            <a:off x="594359" y="692132"/>
            <a:ext cx="8795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Font typeface="Martel Sans ExtraLight"/>
              <a:buNone/>
              <a:defRPr sz="2800">
                <a:solidFill>
                  <a:schemeClr val="lt1"/>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Clr>
                <a:schemeClr val="lt1"/>
              </a:buClr>
              <a:buSzPts val="1800"/>
              <a:buChar char="o"/>
              <a:defRPr>
                <a:solidFill>
                  <a:schemeClr val="lt1"/>
                </a:solidFill>
              </a:defRPr>
            </a:lvl2pPr>
            <a:lvl3pPr marL="1371600" lvl="2" indent="-317500" algn="l">
              <a:lnSpc>
                <a:spcPct val="90000"/>
              </a:lnSpc>
              <a:spcBef>
                <a:spcPts val="500"/>
              </a:spcBef>
              <a:spcAft>
                <a:spcPts val="0"/>
              </a:spcAft>
              <a:buClr>
                <a:schemeClr val="lt1"/>
              </a:buClr>
              <a:buSzPts val="1400"/>
              <a:buChar char="o"/>
              <a:defRPr>
                <a:solidFill>
                  <a:schemeClr val="lt1"/>
                </a:solidFill>
              </a:defRPr>
            </a:lvl3pPr>
            <a:lvl4pPr marL="1828800" lvl="3" indent="-304800" algn="l">
              <a:lnSpc>
                <a:spcPct val="90000"/>
              </a:lnSpc>
              <a:spcBef>
                <a:spcPts val="500"/>
              </a:spcBef>
              <a:spcAft>
                <a:spcPts val="0"/>
              </a:spcAft>
              <a:buClr>
                <a:schemeClr val="lt1"/>
              </a:buClr>
              <a:buSzPts val="1200"/>
              <a:buChar char="o"/>
              <a:defRPr>
                <a:solidFill>
                  <a:schemeClr val="lt1"/>
                </a:solidFill>
              </a:defRPr>
            </a:lvl4pPr>
            <a:lvl5pPr marL="2286000" lvl="4" indent="-285750" algn="l">
              <a:lnSpc>
                <a:spcPct val="90000"/>
              </a:lnSpc>
              <a:spcBef>
                <a:spcPts val="500"/>
              </a:spcBef>
              <a:spcAft>
                <a:spcPts val="0"/>
              </a:spcAft>
              <a:buClr>
                <a:schemeClr val="lt1"/>
              </a:buClr>
              <a:buSzPts val="900"/>
              <a:buChar char="o"/>
              <a:defRPr>
                <a:solidFill>
                  <a:schemeClr val="lt1"/>
                </a:solidFill>
              </a:defRPr>
            </a:lvl5pPr>
            <a:lvl6pPr marL="2743200" lvl="5" indent="-342900" algn="l">
              <a:lnSpc>
                <a:spcPct val="90000"/>
              </a:lnSpc>
              <a:spcBef>
                <a:spcPts val="500"/>
              </a:spcBef>
              <a:spcAft>
                <a:spcPts val="0"/>
              </a:spcAft>
              <a:buClr>
                <a:schemeClr val="lt1"/>
              </a:buClr>
              <a:buSzPts val="1800"/>
              <a:buChar char="•"/>
              <a:defRPr>
                <a:solidFill>
                  <a:schemeClr val="lt1"/>
                </a:solidFill>
              </a:defRPr>
            </a:lvl6pPr>
            <a:lvl7pPr marL="3200400" lvl="6" indent="-342900" algn="l">
              <a:lnSpc>
                <a:spcPct val="90000"/>
              </a:lnSpc>
              <a:spcBef>
                <a:spcPts val="500"/>
              </a:spcBef>
              <a:spcAft>
                <a:spcPts val="0"/>
              </a:spcAft>
              <a:buClr>
                <a:schemeClr val="lt1"/>
              </a:buClr>
              <a:buSzPts val="1800"/>
              <a:buChar char="•"/>
              <a:defRPr>
                <a:solidFill>
                  <a:schemeClr val="lt1"/>
                </a:solidFill>
              </a:defRPr>
            </a:lvl7pPr>
            <a:lvl8pPr marL="3657600" lvl="7" indent="-342900" algn="l">
              <a:lnSpc>
                <a:spcPct val="90000"/>
              </a:lnSpc>
              <a:spcBef>
                <a:spcPts val="500"/>
              </a:spcBef>
              <a:spcAft>
                <a:spcPts val="0"/>
              </a:spcAft>
              <a:buClr>
                <a:schemeClr val="lt1"/>
              </a:buClr>
              <a:buSzPts val="1800"/>
              <a:buChar char="•"/>
              <a:defRPr>
                <a:solidFill>
                  <a:schemeClr val="lt1"/>
                </a:solidFill>
              </a:defRPr>
            </a:lvl8pPr>
            <a:lvl9pPr marL="4114800" lvl="8" indent="-342900" algn="l">
              <a:lnSpc>
                <a:spcPct val="90000"/>
              </a:lnSpc>
              <a:spcBef>
                <a:spcPts val="500"/>
              </a:spcBef>
              <a:spcAft>
                <a:spcPts val="0"/>
              </a:spcAft>
              <a:buClr>
                <a:schemeClr val="lt1"/>
              </a:buClr>
              <a:buSzPts val="1800"/>
              <a:buChar char="•"/>
              <a:defRPr>
                <a:solidFill>
                  <a:schemeClr val="lt1"/>
                </a:solidFill>
              </a:defRPr>
            </a:lvl9pPr>
          </a:lstStyle>
          <a:p>
            <a:endParaRPr/>
          </a:p>
        </p:txBody>
      </p:sp>
      <p:sp>
        <p:nvSpPr>
          <p:cNvPr id="236" name="Google Shape;236;g38b6460ddcc_1_232"/>
          <p:cNvSpPr txBox="1">
            <a:spLocks noGrp="1"/>
          </p:cNvSpPr>
          <p:nvPr>
            <p:ph type="body" idx="3"/>
          </p:nvPr>
        </p:nvSpPr>
        <p:spPr>
          <a:xfrm>
            <a:off x="585217"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7" name="Google Shape;237;g38b6460ddcc_1_232"/>
          <p:cNvSpPr txBox="1">
            <a:spLocks noGrp="1"/>
          </p:cNvSpPr>
          <p:nvPr>
            <p:ph type="body" idx="4"/>
          </p:nvPr>
        </p:nvSpPr>
        <p:spPr>
          <a:xfrm>
            <a:off x="585217"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8" name="Google Shape;238;g38b6460ddcc_1_232"/>
          <p:cNvSpPr>
            <a:spLocks noGrp="1"/>
          </p:cNvSpPr>
          <p:nvPr>
            <p:ph type="pic" idx="5"/>
          </p:nvPr>
        </p:nvSpPr>
        <p:spPr>
          <a:xfrm>
            <a:off x="585217" y="2421048"/>
            <a:ext cx="1904700" cy="1522200"/>
          </a:xfrm>
          <a:prstGeom prst="rect">
            <a:avLst/>
          </a:prstGeom>
          <a:noFill/>
          <a:ln>
            <a:noFill/>
          </a:ln>
        </p:spPr>
      </p:sp>
      <p:sp>
        <p:nvSpPr>
          <p:cNvPr id="239" name="Google Shape;239;g38b6460ddcc_1_232"/>
          <p:cNvSpPr txBox="1">
            <a:spLocks noGrp="1"/>
          </p:cNvSpPr>
          <p:nvPr>
            <p:ph type="body" idx="6"/>
          </p:nvPr>
        </p:nvSpPr>
        <p:spPr>
          <a:xfrm>
            <a:off x="2807913"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0" name="Google Shape;240;g38b6460ddcc_1_232"/>
          <p:cNvSpPr txBox="1">
            <a:spLocks noGrp="1"/>
          </p:cNvSpPr>
          <p:nvPr>
            <p:ph type="body" idx="7"/>
          </p:nvPr>
        </p:nvSpPr>
        <p:spPr>
          <a:xfrm>
            <a:off x="2807913"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1" name="Google Shape;241;g38b6460ddcc_1_232"/>
          <p:cNvSpPr>
            <a:spLocks noGrp="1"/>
          </p:cNvSpPr>
          <p:nvPr>
            <p:ph type="pic" idx="8"/>
          </p:nvPr>
        </p:nvSpPr>
        <p:spPr>
          <a:xfrm>
            <a:off x="2807913" y="2421048"/>
            <a:ext cx="1904700" cy="1522200"/>
          </a:xfrm>
          <a:prstGeom prst="rect">
            <a:avLst/>
          </a:prstGeom>
          <a:noFill/>
          <a:ln>
            <a:noFill/>
          </a:ln>
        </p:spPr>
      </p:sp>
      <p:sp>
        <p:nvSpPr>
          <p:cNvPr id="242" name="Google Shape;242;g38b6460ddcc_1_232"/>
          <p:cNvSpPr txBox="1">
            <a:spLocks noGrp="1"/>
          </p:cNvSpPr>
          <p:nvPr>
            <p:ph type="body" idx="9"/>
          </p:nvPr>
        </p:nvSpPr>
        <p:spPr>
          <a:xfrm>
            <a:off x="5030609"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3" name="Google Shape;243;g38b6460ddcc_1_232"/>
          <p:cNvSpPr txBox="1">
            <a:spLocks noGrp="1"/>
          </p:cNvSpPr>
          <p:nvPr>
            <p:ph type="body" idx="13"/>
          </p:nvPr>
        </p:nvSpPr>
        <p:spPr>
          <a:xfrm>
            <a:off x="5030609"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4" name="Google Shape;244;g38b6460ddcc_1_232"/>
          <p:cNvSpPr>
            <a:spLocks noGrp="1"/>
          </p:cNvSpPr>
          <p:nvPr>
            <p:ph type="pic" idx="14"/>
          </p:nvPr>
        </p:nvSpPr>
        <p:spPr>
          <a:xfrm>
            <a:off x="5030609" y="2421048"/>
            <a:ext cx="1904700" cy="1522200"/>
          </a:xfrm>
          <a:prstGeom prst="rect">
            <a:avLst/>
          </a:prstGeom>
          <a:noFill/>
          <a:ln>
            <a:noFill/>
          </a:ln>
        </p:spPr>
      </p:sp>
      <p:sp>
        <p:nvSpPr>
          <p:cNvPr id="245" name="Google Shape;245;g38b6460ddcc_1_232"/>
          <p:cNvSpPr txBox="1">
            <a:spLocks noGrp="1"/>
          </p:cNvSpPr>
          <p:nvPr>
            <p:ph type="body" idx="15"/>
          </p:nvPr>
        </p:nvSpPr>
        <p:spPr>
          <a:xfrm>
            <a:off x="7253305"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BDBFF"/>
              </a:buClr>
              <a:buSzPts val="1800"/>
              <a:buFont typeface="Martel Sans SemiBold"/>
              <a:buNone/>
              <a:defRPr sz="1800">
                <a:solidFill>
                  <a:srgbClr val="8BDBFF"/>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6" name="Google Shape;246;g38b6460ddcc_1_232"/>
          <p:cNvSpPr txBox="1">
            <a:spLocks noGrp="1"/>
          </p:cNvSpPr>
          <p:nvPr>
            <p:ph type="body" idx="16"/>
          </p:nvPr>
        </p:nvSpPr>
        <p:spPr>
          <a:xfrm>
            <a:off x="7253305"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lt1"/>
              </a:buClr>
              <a:buSzPts val="1200"/>
              <a:buFont typeface="Martel Sans"/>
              <a:buNone/>
              <a:defRPr sz="1200">
                <a:solidFill>
                  <a:schemeClr val="lt1"/>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7" name="Google Shape;247;g38b6460ddcc_1_232"/>
          <p:cNvSpPr>
            <a:spLocks noGrp="1"/>
          </p:cNvSpPr>
          <p:nvPr>
            <p:ph type="pic" idx="17"/>
          </p:nvPr>
        </p:nvSpPr>
        <p:spPr>
          <a:xfrm>
            <a:off x="7253305" y="2421048"/>
            <a:ext cx="1904700" cy="15222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p:cSld name="a. 4 icon light narrow">
    <p:bg>
      <p:bgPr>
        <a:blipFill>
          <a:blip r:embed="rId2">
            <a:alphaModFix/>
          </a:blip>
          <a:stretch>
            <a:fillRect/>
          </a:stretch>
        </a:blipFill>
        <a:effectLst/>
      </p:bgPr>
    </p:bg>
    <p:spTree>
      <p:nvGrpSpPr>
        <p:cNvPr id="1" name="Shape 248"/>
        <p:cNvGrpSpPr/>
        <p:nvPr/>
      </p:nvGrpSpPr>
      <p:grpSpPr>
        <a:xfrm>
          <a:off x="0" y="0"/>
          <a:ext cx="0" cy="0"/>
          <a:chOff x="0" y="0"/>
          <a:chExt cx="0" cy="0"/>
        </a:xfrm>
      </p:grpSpPr>
      <p:sp>
        <p:nvSpPr>
          <p:cNvPr id="249" name="Google Shape;249;g38b6460ddcc_1_247"/>
          <p:cNvSpPr txBox="1">
            <a:spLocks noGrp="1"/>
          </p:cNvSpPr>
          <p:nvPr>
            <p:ph type="body" idx="1"/>
          </p:nvPr>
        </p:nvSpPr>
        <p:spPr>
          <a:xfrm>
            <a:off x="594359" y="692132"/>
            <a:ext cx="8795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800"/>
              <a:buFont typeface="Martel Sans ExtraLight"/>
              <a:buNone/>
              <a:defRPr sz="2800">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lvl2pPr>
            <a:lvl3pPr marL="1371600" lvl="2" indent="-317500" algn="l">
              <a:lnSpc>
                <a:spcPct val="90000"/>
              </a:lnSpc>
              <a:spcBef>
                <a:spcPts val="500"/>
              </a:spcBef>
              <a:spcAft>
                <a:spcPts val="0"/>
              </a:spcAft>
              <a:buSzPts val="1400"/>
              <a:buChar char="o"/>
              <a:defRPr/>
            </a:lvl3pPr>
            <a:lvl4pPr marL="1828800" lvl="3" indent="-304800" algn="l">
              <a:lnSpc>
                <a:spcPct val="90000"/>
              </a:lnSpc>
              <a:spcBef>
                <a:spcPts val="500"/>
              </a:spcBef>
              <a:spcAft>
                <a:spcPts val="0"/>
              </a:spcAft>
              <a:buSzPts val="1200"/>
              <a:buChar char="o"/>
              <a:defRPr/>
            </a:lvl4pPr>
            <a:lvl5pPr marL="2286000" lvl="4" indent="-285750" algn="l">
              <a:lnSpc>
                <a:spcPct val="90000"/>
              </a:lnSpc>
              <a:spcBef>
                <a:spcPts val="500"/>
              </a:spcBef>
              <a:spcAft>
                <a:spcPts val="0"/>
              </a:spcAft>
              <a:buSzPts val="900"/>
              <a:buChar char="o"/>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250" name="Google Shape;250;g38b6460ddcc_1_247"/>
          <p:cNvSpPr txBox="1">
            <a:spLocks noGrp="1"/>
          </p:cNvSpPr>
          <p:nvPr>
            <p:ph type="body" idx="2"/>
          </p:nvPr>
        </p:nvSpPr>
        <p:spPr>
          <a:xfrm>
            <a:off x="585217" y="1371600"/>
            <a:ext cx="61812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1800"/>
              <a:buFont typeface="Martel Sans ExtraLight"/>
              <a:buNone/>
              <a:defRPr sz="1800">
                <a:solidFill>
                  <a:schemeClr val="dk2"/>
                </a:solidFill>
                <a:latin typeface="Martel Sans ExtraLight"/>
                <a:ea typeface="Martel Sans ExtraLight"/>
                <a:cs typeface="Martel Sans ExtraLight"/>
                <a:sym typeface="Martel Sans ExtraLight"/>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g38b6460ddcc_1_247"/>
          <p:cNvSpPr txBox="1">
            <a:spLocks noGrp="1"/>
          </p:cNvSpPr>
          <p:nvPr>
            <p:ph type="body" idx="3"/>
          </p:nvPr>
        </p:nvSpPr>
        <p:spPr>
          <a:xfrm>
            <a:off x="585217"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2" name="Google Shape;252;g38b6460ddcc_1_247"/>
          <p:cNvSpPr txBox="1">
            <a:spLocks noGrp="1"/>
          </p:cNvSpPr>
          <p:nvPr>
            <p:ph type="body" idx="4"/>
          </p:nvPr>
        </p:nvSpPr>
        <p:spPr>
          <a:xfrm>
            <a:off x="585217"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3" name="Google Shape;253;g38b6460ddcc_1_247"/>
          <p:cNvSpPr>
            <a:spLocks noGrp="1"/>
          </p:cNvSpPr>
          <p:nvPr>
            <p:ph type="pic" idx="5"/>
          </p:nvPr>
        </p:nvSpPr>
        <p:spPr>
          <a:xfrm>
            <a:off x="585217" y="2421048"/>
            <a:ext cx="1904700" cy="1522200"/>
          </a:xfrm>
          <a:prstGeom prst="rect">
            <a:avLst/>
          </a:prstGeom>
          <a:noFill/>
          <a:ln>
            <a:noFill/>
          </a:ln>
        </p:spPr>
      </p:sp>
      <p:sp>
        <p:nvSpPr>
          <p:cNvPr id="254" name="Google Shape;254;g38b6460ddcc_1_247"/>
          <p:cNvSpPr txBox="1">
            <a:spLocks noGrp="1"/>
          </p:cNvSpPr>
          <p:nvPr>
            <p:ph type="body" idx="6"/>
          </p:nvPr>
        </p:nvSpPr>
        <p:spPr>
          <a:xfrm>
            <a:off x="2807913"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5" name="Google Shape;255;g38b6460ddcc_1_247"/>
          <p:cNvSpPr txBox="1">
            <a:spLocks noGrp="1"/>
          </p:cNvSpPr>
          <p:nvPr>
            <p:ph type="body" idx="7"/>
          </p:nvPr>
        </p:nvSpPr>
        <p:spPr>
          <a:xfrm>
            <a:off x="2807913"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6" name="Google Shape;256;g38b6460ddcc_1_247"/>
          <p:cNvSpPr>
            <a:spLocks noGrp="1"/>
          </p:cNvSpPr>
          <p:nvPr>
            <p:ph type="pic" idx="8"/>
          </p:nvPr>
        </p:nvSpPr>
        <p:spPr>
          <a:xfrm>
            <a:off x="2807913" y="2421048"/>
            <a:ext cx="1904700" cy="1522200"/>
          </a:xfrm>
          <a:prstGeom prst="rect">
            <a:avLst/>
          </a:prstGeom>
          <a:noFill/>
          <a:ln>
            <a:noFill/>
          </a:ln>
        </p:spPr>
      </p:sp>
      <p:sp>
        <p:nvSpPr>
          <p:cNvPr id="257" name="Google Shape;257;g38b6460ddcc_1_247"/>
          <p:cNvSpPr txBox="1">
            <a:spLocks noGrp="1"/>
          </p:cNvSpPr>
          <p:nvPr>
            <p:ph type="body" idx="9"/>
          </p:nvPr>
        </p:nvSpPr>
        <p:spPr>
          <a:xfrm>
            <a:off x="5030609"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8" name="Google Shape;258;g38b6460ddcc_1_247"/>
          <p:cNvSpPr txBox="1">
            <a:spLocks noGrp="1"/>
          </p:cNvSpPr>
          <p:nvPr>
            <p:ph type="body" idx="13"/>
          </p:nvPr>
        </p:nvSpPr>
        <p:spPr>
          <a:xfrm>
            <a:off x="5030609"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9" name="Google Shape;259;g38b6460ddcc_1_247"/>
          <p:cNvSpPr>
            <a:spLocks noGrp="1"/>
          </p:cNvSpPr>
          <p:nvPr>
            <p:ph type="pic" idx="14"/>
          </p:nvPr>
        </p:nvSpPr>
        <p:spPr>
          <a:xfrm>
            <a:off x="5030609" y="2421048"/>
            <a:ext cx="1904700" cy="1522200"/>
          </a:xfrm>
          <a:prstGeom prst="rect">
            <a:avLst/>
          </a:prstGeom>
          <a:noFill/>
          <a:ln>
            <a:noFill/>
          </a:ln>
        </p:spPr>
      </p:sp>
      <p:sp>
        <p:nvSpPr>
          <p:cNvPr id="260" name="Google Shape;260;g38b6460ddcc_1_247"/>
          <p:cNvSpPr txBox="1">
            <a:spLocks noGrp="1"/>
          </p:cNvSpPr>
          <p:nvPr>
            <p:ph type="body" idx="15"/>
          </p:nvPr>
        </p:nvSpPr>
        <p:spPr>
          <a:xfrm>
            <a:off x="7253305" y="4189826"/>
            <a:ext cx="1904700" cy="412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800"/>
              <a:buFont typeface="Martel Sans SemiBold"/>
              <a:buNone/>
              <a:defRPr sz="1800">
                <a:solidFill>
                  <a:schemeClr val="accent1"/>
                </a:solidFill>
                <a:latin typeface="Martel Sans SemiBold"/>
                <a:ea typeface="Martel Sans SemiBold"/>
                <a:cs typeface="Martel Sans SemiBold"/>
                <a:sym typeface="Martel Sans SemiBold"/>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1" name="Google Shape;261;g38b6460ddcc_1_247"/>
          <p:cNvSpPr txBox="1">
            <a:spLocks noGrp="1"/>
          </p:cNvSpPr>
          <p:nvPr>
            <p:ph type="body" idx="16"/>
          </p:nvPr>
        </p:nvSpPr>
        <p:spPr>
          <a:xfrm>
            <a:off x="7253305" y="4602009"/>
            <a:ext cx="1904700" cy="898500"/>
          </a:xfrm>
          <a:prstGeom prst="rect">
            <a:avLst/>
          </a:prstGeom>
          <a:noFill/>
          <a:ln>
            <a:noFill/>
          </a:ln>
        </p:spPr>
        <p:txBody>
          <a:bodyPr spcFirstLastPara="1" wrap="square" lIns="91425" tIns="45700" rIns="91425" bIns="45700" anchor="t" anchorCtr="0">
            <a:normAutofit/>
          </a:bodyPr>
          <a:lstStyle>
            <a:lvl1pPr marL="457200" lvl="0" indent="-228600" algn="l">
              <a:lnSpc>
                <a:spcPct val="133333"/>
              </a:lnSpc>
              <a:spcBef>
                <a:spcPts val="1000"/>
              </a:spcBef>
              <a:spcAft>
                <a:spcPts val="0"/>
              </a:spcAft>
              <a:buClr>
                <a:schemeClr val="dk2"/>
              </a:buClr>
              <a:buSzPts val="1200"/>
              <a:buFont typeface="Martel Sans"/>
              <a:buNone/>
              <a:defRPr sz="1200">
                <a:solidFill>
                  <a:schemeClr val="dk2"/>
                </a:solidFill>
                <a:latin typeface="Martel Sans"/>
                <a:ea typeface="Martel Sans"/>
                <a:cs typeface="Martel Sans"/>
                <a:sym typeface="Martel Sans"/>
              </a:defRPr>
            </a:lvl1pPr>
            <a:lvl2pPr marL="914400" lvl="1" indent="-342900" algn="l">
              <a:lnSpc>
                <a:spcPct val="90000"/>
              </a:lnSpc>
              <a:spcBef>
                <a:spcPts val="500"/>
              </a:spcBef>
              <a:spcAft>
                <a:spcPts val="0"/>
              </a:spcAft>
              <a:buSzPts val="1800"/>
              <a:buChar char="o"/>
              <a:defRPr>
                <a:solidFill>
                  <a:schemeClr val="lt1"/>
                </a:solidFill>
              </a:defRPr>
            </a:lvl2pPr>
            <a:lvl3pPr marL="1371600" lvl="2" indent="-317500" algn="l">
              <a:lnSpc>
                <a:spcPct val="90000"/>
              </a:lnSpc>
              <a:spcBef>
                <a:spcPts val="500"/>
              </a:spcBef>
              <a:spcAft>
                <a:spcPts val="0"/>
              </a:spcAft>
              <a:buSzPts val="1400"/>
              <a:buChar char="o"/>
              <a:defRPr>
                <a:solidFill>
                  <a:schemeClr val="lt1"/>
                </a:solidFill>
              </a:defRPr>
            </a:lvl3pPr>
            <a:lvl4pPr marL="1828800" lvl="3" indent="-304800" algn="l">
              <a:lnSpc>
                <a:spcPct val="90000"/>
              </a:lnSpc>
              <a:spcBef>
                <a:spcPts val="500"/>
              </a:spcBef>
              <a:spcAft>
                <a:spcPts val="0"/>
              </a:spcAft>
              <a:buSzPts val="1200"/>
              <a:buChar char="o"/>
              <a:defRPr>
                <a:solidFill>
                  <a:schemeClr val="lt1"/>
                </a:solidFill>
              </a:defRPr>
            </a:lvl4pPr>
            <a:lvl5pPr marL="2286000" lvl="4" indent="-285750" algn="l">
              <a:lnSpc>
                <a:spcPct val="90000"/>
              </a:lnSpc>
              <a:spcBef>
                <a:spcPts val="500"/>
              </a:spcBef>
              <a:spcAft>
                <a:spcPts val="0"/>
              </a:spcAft>
              <a:buSzPts val="900"/>
              <a:buChar char="o"/>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2" name="Google Shape;262;g38b6460ddcc_1_247"/>
          <p:cNvSpPr>
            <a:spLocks noGrp="1"/>
          </p:cNvSpPr>
          <p:nvPr>
            <p:ph type="pic" idx="17"/>
          </p:nvPr>
        </p:nvSpPr>
        <p:spPr>
          <a:xfrm>
            <a:off x="7253305" y="2421048"/>
            <a:ext cx="1904700" cy="15222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2_Title and Content 1">
  <p:cSld name="d. special intro">
    <p:spTree>
      <p:nvGrpSpPr>
        <p:cNvPr id="1" name="Shape 263"/>
        <p:cNvGrpSpPr/>
        <p:nvPr/>
      </p:nvGrpSpPr>
      <p:grpSpPr>
        <a:xfrm>
          <a:off x="0" y="0"/>
          <a:ext cx="0" cy="0"/>
          <a:chOff x="0" y="0"/>
          <a:chExt cx="0" cy="0"/>
        </a:xfrm>
      </p:grpSpPr>
      <p:pic>
        <p:nvPicPr>
          <p:cNvPr id="264" name="Google Shape;264;g38b6460ddcc_1_262" descr="A blue and white background with wires and cables&#10;&#10;AI-generated content may be incorrect."/>
          <p:cNvPicPr preferRelativeResize="0"/>
          <p:nvPr/>
        </p:nvPicPr>
        <p:blipFill rotWithShape="1">
          <a:blip r:embed="rId2">
            <a:alphaModFix/>
          </a:blip>
          <a:srcRect/>
          <a:stretch/>
        </p:blipFill>
        <p:spPr>
          <a:xfrm>
            <a:off x="0" y="3047"/>
            <a:ext cx="12192000" cy="685190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slideLayout" Target="../slideLayouts/slideLayout29.xml"/><Relationship Id="rId18" Type="http://schemas.openxmlformats.org/officeDocument/2006/relationships/slideLayout" Target="../slideLayouts/slideLayout30.xml"/><Relationship Id="rId19" Type="http://schemas.openxmlformats.org/officeDocument/2006/relationships/slideLayout" Target="../slideLayouts/slideLayout31.xml"/><Relationship Id="rId20" Type="http://schemas.openxmlformats.org/officeDocument/2006/relationships/slideLayout" Target="../slideLayouts/slideLayout32.xml"/><Relationship Id="rId21" Type="http://schemas.openxmlformats.org/officeDocument/2006/relationships/slideLayout" Target="../slideLayouts/slideLayout33.xml"/><Relationship Id="rId22" Type="http://schemas.openxmlformats.org/officeDocument/2006/relationships/slideLayout" Target="../slideLayouts/slideLayout34.xml"/><Relationship Id="rId23" Type="http://schemas.openxmlformats.org/officeDocument/2006/relationships/slideLayout" Target="../slideLayouts/slideLayout35.xml"/><Relationship Id="rId24" Type="http://schemas.openxmlformats.org/officeDocument/2006/relationships/slideLayout" Target="../slideLayouts/slideLayout36.xml"/><Relationship Id="rId25" Type="http://schemas.openxmlformats.org/officeDocument/2006/relationships/slideLayout" Target="../slideLayouts/slideLayout37.xml"/><Relationship Id="rId2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800"/>
              <a:buFont typeface="Martel Sans ExtraLight"/>
              <a:buNone/>
              <a:defRPr sz="2800" b="0" i="0" u="none" strike="noStrike" cap="none">
                <a:solidFill>
                  <a:schemeClr val="dk1"/>
                </a:solidFill>
                <a:latin typeface="Martel Sans ExtraLight"/>
                <a:ea typeface="Martel Sans ExtraLight"/>
                <a:cs typeface="Martel Sans ExtraLight"/>
                <a:sym typeface="Martel Sans Extra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1800"/>
              <a:buFont typeface="Martel Sans ExtraLight"/>
              <a:buNone/>
              <a:defRPr sz="1800" b="0" i="0" u="none" strike="noStrike" cap="none">
                <a:solidFill>
                  <a:schemeClr val="dk1"/>
                </a:solidFill>
                <a:latin typeface="Martel Sans ExtraLight"/>
                <a:ea typeface="Martel Sans ExtraLight"/>
                <a:cs typeface="Martel Sans ExtraLight"/>
                <a:sym typeface="Martel Sans ExtraLight"/>
              </a:defRPr>
            </a:lvl1pPr>
            <a:lvl2pPr marL="914400" marR="0" lvl="1" indent="-342900" algn="l" rtl="0">
              <a:lnSpc>
                <a:spcPct val="90000"/>
              </a:lnSpc>
              <a:spcBef>
                <a:spcPts val="500"/>
              </a:spcBef>
              <a:spcAft>
                <a:spcPts val="0"/>
              </a:spcAft>
              <a:buClr>
                <a:srgbClr val="53A1DF"/>
              </a:buClr>
              <a:buSzPts val="1800"/>
              <a:buFont typeface="Courier New"/>
              <a:buChar char="o"/>
              <a:defRPr sz="1800" b="0" i="0" u="none" strike="noStrike" cap="none">
                <a:solidFill>
                  <a:schemeClr val="dk1"/>
                </a:solidFill>
                <a:latin typeface="Martel Sans Light"/>
                <a:ea typeface="Martel Sans Light"/>
                <a:cs typeface="Martel Sans Light"/>
                <a:sym typeface="Martel Sans Light"/>
              </a:defRPr>
            </a:lvl2pPr>
            <a:lvl3pPr marL="1371600" marR="0" lvl="2" indent="-317500" algn="l" rtl="0">
              <a:lnSpc>
                <a:spcPct val="90000"/>
              </a:lnSpc>
              <a:spcBef>
                <a:spcPts val="500"/>
              </a:spcBef>
              <a:spcAft>
                <a:spcPts val="0"/>
              </a:spcAft>
              <a:buClr>
                <a:srgbClr val="53A1DF"/>
              </a:buClr>
              <a:buSzPts val="1400"/>
              <a:buFont typeface="Courier New"/>
              <a:buChar char="o"/>
              <a:defRPr sz="1400" b="0" i="0" u="none" strike="noStrike" cap="none">
                <a:solidFill>
                  <a:schemeClr val="dk1"/>
                </a:solidFill>
                <a:latin typeface="Martel Sans"/>
                <a:ea typeface="Martel Sans"/>
                <a:cs typeface="Martel Sans"/>
                <a:sym typeface="Martel Sans"/>
              </a:defRPr>
            </a:lvl3pPr>
            <a:lvl4pPr marL="1828800" marR="0" lvl="3" indent="-304800" algn="l" rtl="0">
              <a:lnSpc>
                <a:spcPct val="90000"/>
              </a:lnSpc>
              <a:spcBef>
                <a:spcPts val="500"/>
              </a:spcBef>
              <a:spcAft>
                <a:spcPts val="0"/>
              </a:spcAft>
              <a:buClr>
                <a:srgbClr val="53A1DF"/>
              </a:buClr>
              <a:buSzPts val="1200"/>
              <a:buFont typeface="Courier New"/>
              <a:buChar char="o"/>
              <a:defRPr sz="1200" b="0" i="0" u="none" strike="noStrike" cap="none">
                <a:solidFill>
                  <a:schemeClr val="dk1"/>
                </a:solidFill>
                <a:latin typeface="Martel Sans"/>
                <a:ea typeface="Martel Sans"/>
                <a:cs typeface="Martel Sans"/>
                <a:sym typeface="Martel Sans"/>
              </a:defRPr>
            </a:lvl4pPr>
            <a:lvl5pPr marL="2286000" marR="0" lvl="4" indent="-285750" algn="l" rtl="0">
              <a:lnSpc>
                <a:spcPct val="90000"/>
              </a:lnSpc>
              <a:spcBef>
                <a:spcPts val="500"/>
              </a:spcBef>
              <a:spcAft>
                <a:spcPts val="0"/>
              </a:spcAft>
              <a:buClr>
                <a:srgbClr val="53A1DF"/>
              </a:buClr>
              <a:buSzPts val="900"/>
              <a:buFont typeface="Courier New"/>
              <a:buChar char="o"/>
              <a:defRPr sz="900" b="0" i="0" u="none" strike="noStrike" cap="none">
                <a:solidFill>
                  <a:schemeClr val="dk1"/>
                </a:solidFill>
                <a:latin typeface="Martel Sans"/>
                <a:ea typeface="Martel Sans"/>
                <a:cs typeface="Martel Sans"/>
                <a:sym typeface="Martel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rtel Sans Light"/>
                <a:ea typeface="Martel Sans Light"/>
                <a:cs typeface="Martel Sans Light"/>
                <a:sym typeface="Martel Sans Ligh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rtel Sans Light"/>
                <a:ea typeface="Martel Sans Light"/>
                <a:cs typeface="Martel Sans Light"/>
                <a:sym typeface="Martel Sans Ligh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rtel Sans Light"/>
                <a:ea typeface="Martel Sans Light"/>
                <a:cs typeface="Martel Sans Light"/>
                <a:sym typeface="Martel Sans Ligh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rtel Sans Light"/>
                <a:ea typeface="Martel Sans Light"/>
                <a:cs typeface="Martel Sans Light"/>
                <a:sym typeface="Martel Sans Ligh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0" name="Google Shape;140;g38b6460ddcc_1_13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2"/>
              </a:buClr>
              <a:buSzPts val="2800"/>
              <a:buFont typeface="Martel Sans ExtraLight"/>
              <a:buNone/>
              <a:defRPr sz="2800" b="0" i="0" u="none" strike="noStrike" cap="none">
                <a:solidFill>
                  <a:schemeClr val="dk2"/>
                </a:solidFill>
                <a:latin typeface="Martel Sans ExtraLight"/>
                <a:ea typeface="Martel Sans ExtraLight"/>
                <a:cs typeface="Martel Sans ExtraLight"/>
                <a:sym typeface="Martel Sans ExtraLight"/>
              </a:defRPr>
            </a:lvl1pPr>
            <a:lvl2pPr marR="0" lvl="1" algn="l">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41" name="Google Shape;141;g38b6460ddcc_1_13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a:lnSpc>
                <a:spcPct val="90000"/>
              </a:lnSpc>
              <a:spcBef>
                <a:spcPts val="1000"/>
              </a:spcBef>
              <a:spcAft>
                <a:spcPts val="0"/>
              </a:spcAft>
              <a:buClr>
                <a:schemeClr val="dk2"/>
              </a:buClr>
              <a:buSzPts val="1800"/>
              <a:buFont typeface="Martel Sans ExtraLight"/>
              <a:buNone/>
              <a:defRPr sz="1800" b="0" i="0" u="none" strike="noStrike" cap="none">
                <a:solidFill>
                  <a:schemeClr val="dk2"/>
                </a:solidFill>
                <a:latin typeface="Martel Sans ExtraLight"/>
                <a:ea typeface="Martel Sans ExtraLight"/>
                <a:cs typeface="Martel Sans ExtraLight"/>
                <a:sym typeface="Martel Sans ExtraLight"/>
              </a:defRPr>
            </a:lvl1pPr>
            <a:lvl2pPr marL="914400" marR="0" lvl="1" indent="-342900" algn="l">
              <a:lnSpc>
                <a:spcPct val="90000"/>
              </a:lnSpc>
              <a:spcBef>
                <a:spcPts val="500"/>
              </a:spcBef>
              <a:spcAft>
                <a:spcPts val="0"/>
              </a:spcAft>
              <a:buClr>
                <a:schemeClr val="dk2"/>
              </a:buClr>
              <a:buSzPts val="1800"/>
              <a:buFont typeface="Courier New"/>
              <a:buChar char="o"/>
              <a:defRPr sz="1800" b="0" i="0" u="none" strike="noStrike" cap="none">
                <a:solidFill>
                  <a:schemeClr val="dk2"/>
                </a:solidFill>
                <a:latin typeface="Martel Sans Light"/>
                <a:ea typeface="Martel Sans Light"/>
                <a:cs typeface="Martel Sans Light"/>
                <a:sym typeface="Martel Sans Light"/>
              </a:defRPr>
            </a:lvl2pPr>
            <a:lvl3pPr marL="1371600" marR="0" lvl="2" indent="-317500" algn="l">
              <a:lnSpc>
                <a:spcPct val="90000"/>
              </a:lnSpc>
              <a:spcBef>
                <a:spcPts val="500"/>
              </a:spcBef>
              <a:spcAft>
                <a:spcPts val="0"/>
              </a:spcAft>
              <a:buClr>
                <a:schemeClr val="dk2"/>
              </a:buClr>
              <a:buSzPts val="1400"/>
              <a:buFont typeface="Courier New"/>
              <a:buChar char="o"/>
              <a:defRPr sz="1400" b="0" i="0" u="none" strike="noStrike" cap="none">
                <a:solidFill>
                  <a:schemeClr val="dk2"/>
                </a:solidFill>
                <a:latin typeface="Martel Sans"/>
                <a:ea typeface="Martel Sans"/>
                <a:cs typeface="Martel Sans"/>
                <a:sym typeface="Martel Sans"/>
              </a:defRPr>
            </a:lvl3pPr>
            <a:lvl4pPr marL="1828800" marR="0" lvl="3" indent="-304800" algn="l">
              <a:lnSpc>
                <a:spcPct val="90000"/>
              </a:lnSpc>
              <a:spcBef>
                <a:spcPts val="500"/>
              </a:spcBef>
              <a:spcAft>
                <a:spcPts val="0"/>
              </a:spcAft>
              <a:buClr>
                <a:schemeClr val="dk2"/>
              </a:buClr>
              <a:buSzPts val="1200"/>
              <a:buFont typeface="Courier New"/>
              <a:buChar char="o"/>
              <a:defRPr sz="1200" b="0" i="0" u="none" strike="noStrike" cap="none">
                <a:solidFill>
                  <a:schemeClr val="dk2"/>
                </a:solidFill>
                <a:latin typeface="Martel Sans"/>
                <a:ea typeface="Martel Sans"/>
                <a:cs typeface="Martel Sans"/>
                <a:sym typeface="Martel Sans"/>
              </a:defRPr>
            </a:lvl4pPr>
            <a:lvl5pPr marL="2286000" marR="0" lvl="4" indent="-285750" algn="l">
              <a:lnSpc>
                <a:spcPct val="90000"/>
              </a:lnSpc>
              <a:spcBef>
                <a:spcPts val="500"/>
              </a:spcBef>
              <a:spcAft>
                <a:spcPts val="0"/>
              </a:spcAft>
              <a:buClr>
                <a:schemeClr val="dk2"/>
              </a:buClr>
              <a:buSzPts val="900"/>
              <a:buFont typeface="Courier New"/>
              <a:buChar char="o"/>
              <a:defRPr sz="900" b="0" i="0" u="none" strike="noStrike" cap="none">
                <a:solidFill>
                  <a:schemeClr val="dk2"/>
                </a:solidFill>
                <a:latin typeface="Martel Sans"/>
                <a:ea typeface="Martel Sans"/>
                <a:cs typeface="Martel Sans"/>
                <a:sym typeface="Martel Sans"/>
              </a:defRPr>
            </a:lvl5pPr>
            <a:lvl6pPr marL="2743200" marR="0" lvl="5" indent="-342900" algn="l">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Martel Sans Light"/>
                <a:ea typeface="Martel Sans Light"/>
                <a:cs typeface="Martel Sans Light"/>
                <a:sym typeface="Martel Sans Light"/>
              </a:defRPr>
            </a:lvl6pPr>
            <a:lvl7pPr marL="3200400" marR="0" lvl="6" indent="-342900" algn="l">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Martel Sans Light"/>
                <a:ea typeface="Martel Sans Light"/>
                <a:cs typeface="Martel Sans Light"/>
                <a:sym typeface="Martel Sans Light"/>
              </a:defRPr>
            </a:lvl7pPr>
            <a:lvl8pPr marL="3657600" marR="0" lvl="7" indent="-342900" algn="l">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Martel Sans Light"/>
                <a:ea typeface="Martel Sans Light"/>
                <a:cs typeface="Martel Sans Light"/>
                <a:sym typeface="Martel Sans Light"/>
              </a:defRPr>
            </a:lvl8pPr>
            <a:lvl9pPr marL="4114800" marR="0" lvl="8" indent="-342900" algn="l">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Martel Sans Light"/>
                <a:ea typeface="Martel Sans Light"/>
                <a:cs typeface="Martel Sans Light"/>
                <a:sym typeface="Martel Sans Light"/>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Multi-Site Sizing Overview</a:t>
            </a:r>
          </a:p>
        </p:txBody>
      </p:sp>
      <p:cxnSp>
        <p:nvCxnSpPr>
          <p:cNvPr id="3" name="Connector 2"/>
          <p:cNvCxnSpPr/>
          <p:nvPr/>
        </p:nvCxnSpPr>
        <p:spPr>
          <a:xfrm>
            <a:off x="5285231" y="950976"/>
            <a:ext cx="6906464"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2 clusters sized independently</a:t>
            </a:r>
          </a:p>
        </p:txBody>
      </p:sp>
      <p:graphicFrame>
        <p:nvGraphicFramePr>
          <p:cNvPr id="5" name="Table 4"/>
          <p:cNvGraphicFramePr>
            <a:graphicFrameLocks noGrp="1"/>
          </p:cNvGraphicFramePr>
          <p:nvPr/>
        </p:nvGraphicFramePr>
        <p:xfrm>
          <a:off x="548640" y="1554480"/>
          <a:ext cx="11064240" cy="1042416"/>
        </p:xfrm>
        <a:graphic>
          <a:graphicData uri="http://schemas.openxmlformats.org/drawingml/2006/table">
            <a:tbl>
              <a:tblPr firstRow="0" bandRow="0" bandCol="0" lastRow="0">
                <a:tableStyleId>{5C22544A-7EE6-4342-B048-85BDC9FD1C3A}</a:tableStyleId>
              </a:tblPr>
              <a:tblGrid>
                <a:gridCol w="2194560"/>
                <a:gridCol w="3017520"/>
                <a:gridCol w="1280160"/>
                <a:gridCol w="1371600"/>
                <a:gridCol w="1554480"/>
                <a:gridCol w="1645920"/>
              </a:tblGrid>
              <a:tr h="347472">
                <a:tc>
                  <a:txBody>
                    <a:bodyPr/>
                    <a:lstStyle/>
                    <a:p>
                      <a:pPr>
                        <a:defRPr sz="1100" b="1">
                          <a:solidFill>
                            <a:srgbClr val="113859"/>
                          </a:solidFill>
                        </a:defRPr>
                      </a:pPr>
                      <a:r>
                        <a:t>Cluster</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Model</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Nodes</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Cores</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RAM</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Usable Storage</a:t>
                      </a: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Site A</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HE151</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8</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88</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4048 GB</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119.04 TB</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Site B</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HE500</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4</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252</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4072 GB</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57.6 TB</a:t>
                      </a:r>
                    </a:p>
                  </a:txBody>
                  <a:tcPr marT="63500" marB="63500" marL="101600">
                    <a:solidFill>
                      <a:srgbClr val="F6F7FA"/>
                    </a:solidFill>
                    <a:lnL>
                      <a:noFill/>
                    </a:lnL>
                    <a:lnR>
                      <a:noFill/>
                    </a:lnR>
                    <a:lnT>
                      <a:noFill/>
                    </a:lnT>
                    <a:lnB>
                      <a:noFill/>
                    </a:lnB>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Cluster: Site A</a:t>
            </a:r>
          </a:p>
        </p:txBody>
      </p:sp>
      <p:cxnSp>
        <p:nvCxnSpPr>
          <p:cNvPr id="3" name="Connector 2"/>
          <p:cNvCxnSpPr/>
          <p:nvPr/>
        </p:nvCxnSpPr>
        <p:spPr>
          <a:xfrm>
            <a:off x="3474720" y="950976"/>
            <a:ext cx="8716975"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Current Environment</a:t>
            </a:r>
          </a:p>
        </p:txBody>
      </p:sp>
      <p:cxnSp>
        <p:nvCxnSpPr>
          <p:cNvPr id="3" name="Connector 2"/>
          <p:cNvCxnSpPr/>
          <p:nvPr/>
        </p:nvCxnSpPr>
        <p:spPr>
          <a:xfrm>
            <a:off x="4133087" y="950976"/>
            <a:ext cx="8058608"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  —  </a:t>
            </a:r>
          </a:p>
        </p:txBody>
      </p:sp>
      <p:sp>
        <p:nvSpPr>
          <p:cNvPr id="5" name="Rectangle 4"/>
          <p:cNvSpPr/>
          <p:nvPr/>
        </p:nvSpPr>
        <p:spPr>
          <a:xfrm>
            <a:off x="548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Hosts</a:t>
            </a:r>
          </a:p>
          <a:p>
            <a:r>
              <a:rPr sz="1800" b="1">
                <a:solidFill>
                  <a:srgbClr val="272727"/>
                </a:solidFill>
              </a:rPr>
              <a:t>0</a:t>
            </a:r>
          </a:p>
        </p:txBody>
      </p:sp>
      <p:sp>
        <p:nvSpPr>
          <p:cNvPr id="6" name="Rectangle 5"/>
          <p:cNvSpPr/>
          <p:nvPr/>
        </p:nvSpPr>
        <p:spPr>
          <a:xfrm>
            <a:off x="2834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Cores</a:t>
            </a:r>
          </a:p>
          <a:p>
            <a:r>
              <a:rPr sz="1800" b="1">
                <a:solidFill>
                  <a:srgbClr val="272727"/>
                </a:solidFill>
              </a:rPr>
              <a:t>96</a:t>
            </a:r>
          </a:p>
        </p:txBody>
      </p:sp>
      <p:sp>
        <p:nvSpPr>
          <p:cNvPr id="7" name="Rectangle 6"/>
          <p:cNvSpPr/>
          <p:nvPr/>
        </p:nvSpPr>
        <p:spPr>
          <a:xfrm>
            <a:off x="5120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Threads</a:t>
            </a:r>
          </a:p>
          <a:p>
            <a:r>
              <a:rPr sz="1800" b="1">
                <a:solidFill>
                  <a:srgbClr val="272727"/>
                </a:solidFill>
              </a:rPr>
              <a:t>0</a:t>
            </a:r>
          </a:p>
        </p:txBody>
      </p:sp>
      <p:sp>
        <p:nvSpPr>
          <p:cNvPr id="8" name="Rectangle 7"/>
          <p:cNvSpPr/>
          <p:nvPr/>
        </p:nvSpPr>
        <p:spPr>
          <a:xfrm>
            <a:off x="7406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GHz</a:t>
            </a:r>
          </a:p>
          <a:p>
            <a:r>
              <a:rPr sz="1800" b="1">
                <a:solidFill>
                  <a:srgbClr val="272727"/>
                </a:solidFill>
              </a:rPr>
              <a:t>400.0</a:t>
            </a:r>
          </a:p>
        </p:txBody>
      </p:sp>
      <p:sp>
        <p:nvSpPr>
          <p:cNvPr id="9" name="Rectangle 8"/>
          <p:cNvSpPr/>
          <p:nvPr/>
        </p:nvSpPr>
        <p:spPr>
          <a:xfrm>
            <a:off x="9692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RAM</a:t>
            </a:r>
          </a:p>
          <a:p>
            <a:r>
              <a:rPr sz="1800" b="1">
                <a:solidFill>
                  <a:srgbClr val="272727"/>
                </a:solidFill>
              </a:rPr>
              <a:t>1.0 TB</a:t>
            </a:r>
          </a:p>
        </p:txBody>
      </p:sp>
      <p:sp>
        <p:nvSpPr>
          <p:cNvPr id="10" name="Rectangle 9"/>
          <p:cNvSpPr/>
          <p:nvPr/>
        </p:nvSpPr>
        <p:spPr>
          <a:xfrm>
            <a:off x="548640" y="324612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Peak CPU %</a:t>
            </a:r>
          </a:p>
          <a:p>
            <a:r>
              <a:rPr sz="1800" b="1">
                <a:solidFill>
                  <a:srgbClr val="272727"/>
                </a:solidFill>
              </a:rPr>
              <a:t>0%</a:t>
            </a:r>
          </a:p>
        </p:txBody>
      </p:sp>
      <p:sp>
        <p:nvSpPr>
          <p:cNvPr id="11" name="Rectangle 10"/>
          <p:cNvSpPr/>
          <p:nvPr/>
        </p:nvSpPr>
        <p:spPr>
          <a:xfrm>
            <a:off x="2834640" y="324612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Avg CPU %</a:t>
            </a:r>
          </a:p>
          <a:p>
            <a:r>
              <a:rPr sz="1800" b="1">
                <a:solidFill>
                  <a:srgbClr val="272727"/>
                </a:solidFill>
              </a:rPr>
              <a:t>0%</a:t>
            </a:r>
          </a:p>
        </p:txBody>
      </p:sp>
      <p:sp>
        <p:nvSpPr>
          <p:cNvPr id="12" name="Rectangle 11"/>
          <p:cNvSpPr/>
          <p:nvPr/>
        </p:nvSpPr>
        <p:spPr>
          <a:xfrm>
            <a:off x="5120640" y="324612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Peak Memory %</a:t>
            </a:r>
          </a:p>
          <a:p>
            <a:r>
              <a:rPr sz="1800" b="1">
                <a:solidFill>
                  <a:srgbClr val="272727"/>
                </a:solidFill>
              </a:rPr>
              <a:t>0%</a:t>
            </a:r>
          </a:p>
        </p:txBody>
      </p:sp>
      <p:sp>
        <p:nvSpPr>
          <p:cNvPr id="13" name="Rectangle 12"/>
          <p:cNvSpPr/>
          <p:nvPr/>
        </p:nvSpPr>
        <p:spPr>
          <a:xfrm>
            <a:off x="7406640" y="324612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Avg Memory %</a:t>
            </a:r>
          </a:p>
          <a:p>
            <a:r>
              <a:rPr sz="1800" b="1">
                <a:solidFill>
                  <a:srgbClr val="272727"/>
                </a:solidFill>
              </a:rPr>
              <a:t>0%</a:t>
            </a:r>
          </a:p>
        </p:txBody>
      </p:sp>
      <p:sp>
        <p:nvSpPr>
          <p:cNvPr id="14" name="Rectangle 13"/>
          <p:cNvSpPr/>
          <p:nvPr/>
        </p:nvSpPr>
        <p:spPr>
          <a:xfrm>
            <a:off x="548640" y="434340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Avg IOPS</a:t>
            </a:r>
          </a:p>
          <a:p>
            <a:r>
              <a:rPr sz="1800" b="1">
                <a:solidFill>
                  <a:srgbClr val="272727"/>
                </a:solidFill>
              </a:rPr>
              <a:t>0</a:t>
            </a:r>
          </a:p>
        </p:txBody>
      </p:sp>
      <p:sp>
        <p:nvSpPr>
          <p:cNvPr id="15" name="Rectangle 14"/>
          <p:cNvSpPr/>
          <p:nvPr/>
        </p:nvSpPr>
        <p:spPr>
          <a:xfrm>
            <a:off x="2834640" y="434340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Peak IOPS</a:t>
            </a:r>
          </a:p>
          <a:p>
            <a:r>
              <a:rPr sz="1800" b="1">
                <a:solidFill>
                  <a:srgbClr val="272727"/>
                </a:solidFill>
              </a:rPr>
              <a:t>0</a:t>
            </a:r>
          </a:p>
        </p:txBody>
      </p:sp>
      <p:sp>
        <p:nvSpPr>
          <p:cNvPr id="16" name="Rectangle 15"/>
          <p:cNvSpPr/>
          <p:nvPr/>
        </p:nvSpPr>
        <p:spPr>
          <a:xfrm>
            <a:off x="5120640" y="434340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NIC Speed</a:t>
            </a:r>
          </a:p>
          <a:p>
            <a:r>
              <a:rPr sz="1800" b="1">
                <a:solidFill>
                  <a:srgbClr val="272727"/>
                </a:solidFill>
              </a:rPr>
              <a:t>10 GbE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Workload Analysis</a:t>
            </a:r>
          </a:p>
        </p:txBody>
      </p:sp>
      <p:cxnSp>
        <p:nvCxnSpPr>
          <p:cNvPr id="3" name="Connector 2"/>
          <p:cNvCxnSpPr/>
          <p:nvPr/>
        </p:nvCxnSpPr>
        <p:spPr>
          <a:xfrm>
            <a:off x="3803904" y="950976"/>
            <a:ext cx="8387791"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40 active VMs of 44 total</a:t>
            </a:r>
          </a:p>
        </p:txBody>
      </p:sp>
      <p:sp>
        <p:nvSpPr>
          <p:cNvPr id="5" name="Rectangle 4"/>
          <p:cNvSpPr/>
          <p:nvPr/>
        </p:nvSpPr>
        <p:spPr>
          <a:xfrm>
            <a:off x="548640" y="214884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vCPUs</a:t>
            </a:r>
          </a:p>
          <a:p>
            <a:r>
              <a:rPr sz="1800" b="1">
                <a:solidFill>
                  <a:srgbClr val="009ADE"/>
                </a:solidFill>
              </a:rPr>
              <a:t>180</a:t>
            </a:r>
          </a:p>
        </p:txBody>
      </p:sp>
      <p:sp>
        <p:nvSpPr>
          <p:cNvPr id="6" name="Rectangle 5"/>
          <p:cNvSpPr/>
          <p:nvPr/>
        </p:nvSpPr>
        <p:spPr>
          <a:xfrm>
            <a:off x="4206240" y="214884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Provisioned RAM</a:t>
            </a:r>
          </a:p>
          <a:p>
            <a:r>
              <a:rPr sz="1800" b="1">
                <a:solidFill>
                  <a:srgbClr val="009ADE"/>
                </a:solidFill>
              </a:rPr>
              <a:t>900 GB</a:t>
            </a:r>
          </a:p>
        </p:txBody>
      </p:sp>
      <p:sp>
        <p:nvSpPr>
          <p:cNvPr id="7" name="Rectangle 6"/>
          <p:cNvSpPr/>
          <p:nvPr/>
        </p:nvSpPr>
        <p:spPr>
          <a:xfrm>
            <a:off x="7863840" y="214884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Used RAM</a:t>
            </a:r>
          </a:p>
          <a:p>
            <a:r>
              <a:rPr sz="1800" b="1">
                <a:solidFill>
                  <a:srgbClr val="272727"/>
                </a:solidFill>
              </a:rPr>
              <a:t>0 GB</a:t>
            </a:r>
          </a:p>
        </p:txBody>
      </p:sp>
      <p:sp>
        <p:nvSpPr>
          <p:cNvPr id="8" name="Rectangle 7"/>
          <p:cNvSpPr/>
          <p:nvPr/>
        </p:nvSpPr>
        <p:spPr>
          <a:xfrm>
            <a:off x="548640" y="333756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Provisioned Storage</a:t>
            </a:r>
          </a:p>
          <a:p>
            <a:r>
              <a:rPr sz="1800" b="1">
                <a:solidFill>
                  <a:srgbClr val="272727"/>
                </a:solidFill>
              </a:rPr>
              <a:t>0 TiB</a:t>
            </a:r>
          </a:p>
        </p:txBody>
      </p:sp>
      <p:sp>
        <p:nvSpPr>
          <p:cNvPr id="9" name="Rectangle 8"/>
          <p:cNvSpPr/>
          <p:nvPr/>
        </p:nvSpPr>
        <p:spPr>
          <a:xfrm>
            <a:off x="4206240" y="333756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Datastore Used</a:t>
            </a:r>
          </a:p>
          <a:p>
            <a:r>
              <a:rPr sz="1800" b="1">
                <a:solidFill>
                  <a:srgbClr val="009ADE"/>
                </a:solidFill>
              </a:rPr>
              <a:t>22.5 TiB</a:t>
            </a:r>
          </a:p>
        </p:txBody>
      </p:sp>
      <p:sp>
        <p:nvSpPr>
          <p:cNvPr id="10" name="Rectangle 9"/>
          <p:cNvSpPr/>
          <p:nvPr/>
        </p:nvSpPr>
        <p:spPr>
          <a:xfrm>
            <a:off x="7863840" y="333756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Datastore Total</a:t>
            </a:r>
          </a:p>
          <a:p>
            <a:r>
              <a:rPr sz="1800" b="1">
                <a:solidFill>
                  <a:srgbClr val="272727"/>
                </a:solidFill>
              </a:rPr>
              <a:t>0 TiB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Proposed: HE151</a:t>
            </a:r>
          </a:p>
        </p:txBody>
      </p:sp>
      <p:cxnSp>
        <p:nvCxnSpPr>
          <p:cNvPr id="3" name="Connector 2"/>
          <p:cNvCxnSpPr/>
          <p:nvPr/>
        </p:nvCxnSpPr>
        <p:spPr>
          <a:xfrm>
            <a:off x="3474720" y="950976"/>
            <a:ext cx="8716975"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8 nodes  —  1 cluster  —  1U  —  single</a:t>
            </a:r>
          </a:p>
        </p:txBody>
      </p:sp>
      <p:graphicFrame>
        <p:nvGraphicFramePr>
          <p:cNvPr id="5" name="Table 4"/>
          <p:cNvGraphicFramePr>
            <a:graphicFrameLocks noGrp="1"/>
          </p:cNvGraphicFramePr>
          <p:nvPr/>
        </p:nvGraphicFramePr>
        <p:xfrm>
          <a:off x="548640" y="2148840"/>
          <a:ext cx="3657600" cy="2432304"/>
        </p:xfrm>
        <a:graphic>
          <a:graphicData uri="http://schemas.openxmlformats.org/drawingml/2006/table">
            <a:tbl>
              <a:tblPr firstRow="0" bandRow="0" bandCol="0" lastRow="0">
                <a:tableStyleId>{5C22544A-7EE6-4342-B048-85BDC9FD1C3A}</a:tableStyleId>
              </a:tblPr>
              <a:tblGrid>
                <a:gridCol w="1371600"/>
                <a:gridCol w="2286000"/>
              </a:tblGrid>
              <a:tr h="347472">
                <a:tc>
                  <a:txBody>
                    <a:bodyPr/>
                    <a:lstStyle/>
                    <a:p>
                      <a:pPr>
                        <a:defRPr sz="1100" b="1">
                          <a:solidFill>
                            <a:srgbClr val="113859"/>
                          </a:solidFill>
                        </a:defRPr>
                      </a:pPr>
                      <a:r>
                        <a:t>Per Node</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CPU</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 x Xeon 4310</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Cores</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12</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Threads</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24</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RAM</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512 GB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Storage</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4x 7.68TB NVME</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Net IOPS</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150,000</a:t>
                      </a:r>
                    </a:p>
                  </a:txBody>
                  <a:tcPr marT="63500" marB="63500" marL="101600">
                    <a:solidFill>
                      <a:srgbClr val="F6F7FA"/>
                    </a:solidFill>
                    <a:lnL>
                      <a:noFill/>
                    </a:lnL>
                    <a:lnR>
                      <a:noFill/>
                    </a:lnR>
                    <a:lnT>
                      <a:noFill/>
                    </a:lnT>
                    <a:lnB>
                      <a:noFill/>
                    </a:lnB>
                  </a:tcPr>
                </a:tc>
              </a:tr>
            </a:tbl>
          </a:graphicData>
        </a:graphic>
      </p:graphicFrame>
      <p:graphicFrame>
        <p:nvGraphicFramePr>
          <p:cNvPr id="6" name="Table 5"/>
          <p:cNvGraphicFramePr>
            <a:graphicFrameLocks noGrp="1"/>
          </p:cNvGraphicFramePr>
          <p:nvPr/>
        </p:nvGraphicFramePr>
        <p:xfrm>
          <a:off x="4389120" y="2148840"/>
          <a:ext cx="3657600" cy="2779776"/>
        </p:xfrm>
        <a:graphic>
          <a:graphicData uri="http://schemas.openxmlformats.org/drawingml/2006/table">
            <a:tbl>
              <a:tblPr firstRow="0" bandRow="0" bandCol="0" lastRow="0">
                <a:tableStyleId>{5C22544A-7EE6-4342-B048-85BDC9FD1C3A}</a:tableStyleId>
              </a:tblPr>
              <a:tblGrid>
                <a:gridCol w="1371600"/>
                <a:gridCol w="2286000"/>
              </a:tblGrid>
              <a:tr h="347472">
                <a:tc>
                  <a:txBody>
                    <a:bodyPr/>
                    <a:lstStyle/>
                    <a:p>
                      <a:pPr>
                        <a:defRPr sz="1100" b="1">
                          <a:solidFill>
                            <a:srgbClr val="113859"/>
                          </a:solidFill>
                        </a:defRPr>
                      </a:pPr>
                      <a:r>
                        <a:t>Cluster Total</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Cores</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88</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Threads</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192</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GHz</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230.4</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RAM</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4.0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RAW Storage</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245.76 TB</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Usable Storage</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119.04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Net IOPS</a:t>
                      </a:r>
                    </a:p>
                  </a:txBody>
                  <a:tcPr marT="63500" marB="63500" marL="101600">
                    <a:solidFill>
                      <a:srgbClr val="FFFFFF"/>
                    </a:solidFill>
                    <a:lnL>
                      <a:noFill/>
                    </a:lnL>
                    <a:lnR>
                      <a:noFill/>
                    </a:lnR>
                    <a:lnT>
                      <a:noFill/>
                    </a:lnT>
                    <a:lnB>
                      <a:noFill/>
                    </a:lnB>
                  </a:tcPr>
                </a:tc>
                <a:tc>
                  <a:txBody>
                    <a:bodyPr/>
                    <a:lstStyle/>
                    <a:p>
                      <a:pPr>
                        <a:defRPr sz="1100">
                          <a:solidFill>
                            <a:srgbClr val="272727"/>
                          </a:solidFill>
                        </a:defRPr>
                      </a:pPr>
                      <a:r>
                        <a:t>1,200,000</a:t>
                      </a:r>
                    </a:p>
                  </a:txBody>
                  <a:tcPr marT="63500" marB="63500" marL="101600">
                    <a:solidFill>
                      <a:srgbClr val="FFFFFF"/>
                    </a:solidFill>
                    <a:lnL>
                      <a:noFill/>
                    </a:lnL>
                    <a:lnR>
                      <a:noFill/>
                    </a:lnR>
                    <a:lnT>
                      <a:noFill/>
                    </a:lnT>
                    <a:lnB>
                      <a:noFill/>
                    </a:lnB>
                  </a:tcPr>
                </a:tc>
              </a:tr>
            </a:tbl>
          </a:graphicData>
        </a:graphic>
      </p:graphicFrame>
      <p:graphicFrame>
        <p:nvGraphicFramePr>
          <p:cNvPr id="7" name="Table 6"/>
          <p:cNvGraphicFramePr>
            <a:graphicFrameLocks noGrp="1"/>
          </p:cNvGraphicFramePr>
          <p:nvPr/>
        </p:nvGraphicFramePr>
        <p:xfrm>
          <a:off x="8229600" y="2148840"/>
          <a:ext cx="3657600" cy="2432304"/>
        </p:xfrm>
        <a:graphic>
          <a:graphicData uri="http://schemas.openxmlformats.org/drawingml/2006/table">
            <a:tbl>
              <a:tblPr firstRow="0" bandRow="0" bandCol="0" lastRow="0">
                <a:tableStyleId>{5C22544A-7EE6-4342-B048-85BDC9FD1C3A}</a:tableStyleId>
              </a:tblPr>
              <a:tblGrid>
                <a:gridCol w="1371600"/>
                <a:gridCol w="2286000"/>
              </a:tblGrid>
              <a:tr h="347472">
                <a:tc>
                  <a:txBody>
                    <a:bodyPr/>
                    <a:lstStyle/>
                    <a:p>
                      <a:pPr>
                        <a:defRPr sz="1100" b="1">
                          <a:solidFill>
                            <a:srgbClr val="113859"/>
                          </a:solidFill>
                        </a:defRPr>
                      </a:pPr>
                      <a:r>
                        <a:t>N-1 Available</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Cores</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77</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Threads</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168</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GHz</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201.6</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RAM</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3.5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Usable Storage</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119.04 TB</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Net IOPS</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1,050,000</a:t>
                      </a:r>
                    </a:p>
                  </a:txBody>
                  <a:tcPr marT="63500" marB="63500" marL="101600">
                    <a:solidFill>
                      <a:srgbClr val="F6F7FA"/>
                    </a:solidFill>
                    <a:lnL>
                      <a:noFill/>
                    </a:lnL>
                    <a:lnR>
                      <a:noFill/>
                    </a:lnR>
                    <a:lnT>
                      <a:noFill/>
                    </a:lnT>
                    <a:lnB>
                      <a:noFill/>
                    </a:lnB>
                  </a:tcPr>
                </a:tc>
              </a:tr>
            </a:tbl>
          </a:graphicData>
        </a:graphic>
      </p:graphicFrame>
      <p:sp>
        <p:nvSpPr>
          <p:cNvPr id="8" name="Rectangle 7"/>
          <p:cNvSpPr/>
          <p:nvPr/>
        </p:nvSpPr>
        <p:spPr>
          <a:xfrm>
            <a:off x="548640" y="5029200"/>
            <a:ext cx="320040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vCPU : Core Ratio at N-1</a:t>
            </a:r>
          </a:p>
          <a:p>
            <a:r>
              <a:rPr sz="1800" b="1">
                <a:solidFill>
                  <a:srgbClr val="009ADE"/>
                </a:solidFill>
              </a:rPr>
              <a:t>3.77 : 1</a:t>
            </a:r>
          </a:p>
        </p:txBody>
      </p:sp>
      <p:sp>
        <p:nvSpPr>
          <p:cNvPr id="9" name="TextBox 8"/>
          <p:cNvSpPr txBox="1"/>
          <p:nvPr/>
        </p:nvSpPr>
        <p:spPr>
          <a:xfrm>
            <a:off x="548640" y="5943600"/>
            <a:ext cx="10241280" cy="457200"/>
          </a:xfrm>
          <a:prstGeom prst="rect">
            <a:avLst/>
          </a:prstGeom>
          <a:noFill/>
        </p:spPr>
        <p:txBody>
          <a:bodyPr wrap="none">
            <a:spAutoFit/>
          </a:bodyPr>
          <a:lstStyle/>
          <a:p>
            <a:r>
              <a:rPr sz="900">
                <a:solidFill>
                  <a:srgbClr val="666666"/>
                </a:solidFill>
              </a:rPr>
              <a:t>Net IOPS = raw 300,000/node − 35% derating = 195,000 ÷ 1.3× RF write-amp = 150,000/node, × 8 nodes.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Sizing Rationale</a:t>
            </a:r>
          </a:p>
        </p:txBody>
      </p:sp>
      <p:cxnSp>
        <p:nvCxnSpPr>
          <p:cNvPr id="3" name="Connector 2"/>
          <p:cNvCxnSpPr/>
          <p:nvPr/>
        </p:nvCxnSpPr>
        <p:spPr>
          <a:xfrm>
            <a:off x="3639312" y="950976"/>
            <a:ext cx="8552383"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HE151</a:t>
            </a:r>
          </a:p>
        </p:txBody>
      </p:sp>
      <p:pic>
        <p:nvPicPr>
          <p:cNvPr id="5" name="Picture 4" descr="image.png"/>
          <p:cNvPicPr>
            <a:picLocks noChangeAspect="1"/>
          </p:cNvPicPr>
          <p:nvPr/>
        </p:nvPicPr>
        <p:blipFill>
          <a:blip r:embed="rId2"/>
          <a:stretch>
            <a:fillRect/>
          </a:stretch>
        </p:blipFill>
        <p:spPr>
          <a:xfrm>
            <a:off x="548640" y="2468880"/>
            <a:ext cx="11064240" cy="2165766"/>
          </a:xfrm>
          <a:prstGeom prst="rect">
            <a:avLst/>
          </a:prstGeom>
        </p:spPr>
      </p:pic>
      <p:sp>
        <p:nvSpPr>
          <p:cNvPr id="6" name="TextBox 5"/>
          <p:cNvSpPr txBox="1"/>
          <p:nvPr/>
        </p:nvSpPr>
        <p:spPr>
          <a:xfrm>
            <a:off x="548640" y="4954686"/>
            <a:ext cx="11064240" cy="1645920"/>
          </a:xfrm>
          <a:prstGeom prst="rect">
            <a:avLst/>
          </a:prstGeom>
          <a:noFill/>
        </p:spPr>
        <p:txBody>
          <a:bodyPr wrap="square">
            <a:spAutoFit/>
          </a:bodyPr>
          <a:lstStyle/>
          <a:p>
            <a:pPr>
              <a:spcAft>
                <a:spcPts val="400"/>
              </a:spcAft>
            </a:pPr>
            <a:r>
              <a:rPr sz="1400" b="1">
                <a:solidFill>
                  <a:srgbClr val="113859"/>
                </a:solidFill>
              </a:rPr>
              <a:t>How this was sized</a:t>
            </a:r>
          </a:p>
          <a:p>
            <a:pPr>
              <a:spcAft>
                <a:spcPts val="400"/>
              </a:spcAft>
            </a:pPr>
            <a:r>
              <a:rPr sz="1200" b="0">
                <a:solidFill>
                  <a:srgbClr val="272727"/>
                </a:solidFill>
              </a:rPr>
              <a:t>Determined by CPU performance — this cluster delivers 104% of your current environment's compute demand (rated throughput scaled to 30% measured peak utilization, grown to the horizon); the node count was raised to clear that floor.</a:t>
            </a:r>
          </a:p>
          <a:p>
            <a:pPr>
              <a:spcAft>
                <a:spcPts val="400"/>
              </a:spcAft>
            </a:pPr>
            <a:r>
              <a:rPr sz="1100" b="0">
                <a:solidFill>
                  <a:srgbClr val="666666"/>
                </a:solidFill>
              </a:rPr>
              <a:t>Each bar is 100% of the full cluster: solid = today's load, light hatch = growth + snapshot reserve the workload is sized to, dark hatch = HA failover capacity held back so the cluster still meets the workload with one node down (N-1).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Capacity Planning — 5 Year Projection</a:t>
            </a:r>
          </a:p>
        </p:txBody>
      </p:sp>
      <p:cxnSp>
        <p:nvCxnSpPr>
          <p:cNvPr id="3" name="Connector 2"/>
          <p:cNvCxnSpPr/>
          <p:nvPr/>
        </p:nvCxnSpPr>
        <p:spPr>
          <a:xfrm>
            <a:off x="7095744" y="950976"/>
            <a:ext cx="5095951"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10% YoY growth  —  20% snapshot overhead  —  Growth factor: 1.611x  —  CPU sizing: N-1</a:t>
            </a:r>
          </a:p>
        </p:txBody>
      </p:sp>
      <p:graphicFrame>
        <p:nvGraphicFramePr>
          <p:cNvPr id="5" name="Table 4"/>
          <p:cNvGraphicFramePr>
            <a:graphicFrameLocks noGrp="1"/>
          </p:cNvGraphicFramePr>
          <p:nvPr/>
        </p:nvGraphicFramePr>
        <p:xfrm>
          <a:off x="548640" y="2377440"/>
          <a:ext cx="11064240" cy="1737360"/>
        </p:xfrm>
        <a:graphic>
          <a:graphicData uri="http://schemas.openxmlformats.org/drawingml/2006/table">
            <a:tbl>
              <a:tblPr firstRow="0" bandRow="0" bandCol="0" lastRow="0">
                <a:tableStyleId>{5C22544A-7EE6-4342-B048-85BDC9FD1C3A}</a:tableStyleId>
              </a:tblPr>
              <a:tblGrid>
                <a:gridCol w="1371600"/>
                <a:gridCol w="2011680"/>
                <a:gridCol w="2743200"/>
                <a:gridCol w="2743200"/>
                <a:gridCol w="2194560"/>
              </a:tblGrid>
              <a:tr h="347472">
                <a:tc>
                  <a:txBody>
                    <a:bodyPr/>
                    <a:lstStyle/>
                    <a:p>
                      <a:pPr>
                        <a:defRPr sz="1100" b="1">
                          <a:solidFill>
                            <a:srgbClr val="113859"/>
                          </a:solidFill>
                        </a:defRPr>
                      </a:pPr>
                      <a:r>
                        <a:t>Resource</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Current</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Year 5 Projected</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Proposed (N-1)</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Headroom</a:t>
                      </a: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vCPUs</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180</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290</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77 cores @ 3.8:1</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+0 vCPU capacity</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RAM</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900 GB</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1.4 TB</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3.5 TB</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+2.0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GHz</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120.0</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193.3</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201.6</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+8.3 GHz</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Storage</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22.5 TB</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47.91 TB (incl. snapshots)</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119.04 TB usable</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+71.13 TB</a:t>
                      </a:r>
                    </a:p>
                  </a:txBody>
                  <a:tcPr marT="63500" marB="63500" marL="101600">
                    <a:solidFill>
                      <a:srgbClr val="F6F7FA"/>
                    </a:solidFill>
                    <a:lnL>
                      <a:noFill/>
                    </a:lnL>
                    <a:lnR>
                      <a:noFill/>
                    </a:lnR>
                    <a:lnT>
                      <a:noFill/>
                    </a:lnT>
                    <a:lnB>
                      <a:noFill/>
                    </a:lnB>
                  </a:tcPr>
                </a:tc>
              </a:tr>
            </a:tbl>
          </a:graphicData>
        </a:graphic>
      </p:graphicFrame>
      <p:sp>
        <p:nvSpPr>
          <p:cNvPr id="6" name="Rectangle 5"/>
          <p:cNvSpPr/>
          <p:nvPr/>
        </p:nvSpPr>
        <p:spPr>
          <a:xfrm>
            <a:off x="548640" y="4480560"/>
            <a:ext cx="338328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Growth Rate</a:t>
            </a:r>
          </a:p>
          <a:p>
            <a:r>
              <a:rPr sz="1800" b="1">
                <a:solidFill>
                  <a:srgbClr val="272727"/>
                </a:solidFill>
              </a:rPr>
              <a:t>10% per year</a:t>
            </a:r>
          </a:p>
        </p:txBody>
      </p:sp>
      <p:sp>
        <p:nvSpPr>
          <p:cNvPr id="7" name="Rectangle 6"/>
          <p:cNvSpPr/>
          <p:nvPr/>
        </p:nvSpPr>
        <p:spPr>
          <a:xfrm>
            <a:off x="4206240" y="4480560"/>
            <a:ext cx="338328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Growth Factor</a:t>
            </a:r>
          </a:p>
          <a:p>
            <a:r>
              <a:rPr sz="1800" b="1">
                <a:solidFill>
                  <a:srgbClr val="272727"/>
                </a:solidFill>
              </a:rPr>
              <a:t>1.611x over 5 years</a:t>
            </a:r>
          </a:p>
        </p:txBody>
      </p:sp>
      <p:sp>
        <p:nvSpPr>
          <p:cNvPr id="8" name="Rectangle 7"/>
          <p:cNvSpPr/>
          <p:nvPr/>
        </p:nvSpPr>
        <p:spPr>
          <a:xfrm>
            <a:off x="7863840" y="4480560"/>
            <a:ext cx="338328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Snapshot Overhead</a:t>
            </a:r>
          </a:p>
          <a:p>
            <a:r>
              <a:rPr sz="1800" b="1">
                <a:solidFill>
                  <a:srgbClr val="272727"/>
                </a:solidFill>
              </a:rPr>
              <a:t>20% base → 32.2% at year 5</a:t>
            </a:r>
          </a:p>
        </p:txBody>
      </p:sp>
      <p:sp>
        <p:nvSpPr>
          <p:cNvPr id="9" name="TextBox 8"/>
          <p:cNvSpPr txBox="1"/>
          <p:nvPr/>
        </p:nvSpPr>
        <p:spPr>
          <a:xfrm>
            <a:off x="548640" y="5394960"/>
            <a:ext cx="10241280" cy="457200"/>
          </a:xfrm>
          <a:prstGeom prst="rect">
            <a:avLst/>
          </a:prstGeom>
          <a:noFill/>
        </p:spPr>
        <p:txBody>
          <a:bodyPr wrap="none">
            <a:spAutoFit/>
          </a:bodyPr>
          <a:lstStyle/>
          <a:p>
            <a:r>
              <a:rPr sz="1400" b="1">
                <a:solidFill>
                  <a:srgbClr val="3FB748"/>
                </a:solidFill>
              </a:rPr>
              <a:t>This configuration meets all projected requirements through year 5.</a:t>
            </a:r>
          </a:p>
        </p:txBody>
      </p:sp>
      <p:sp>
        <p:nvSpPr>
          <p:cNvPr id="10" name="TextBox 9"/>
          <p:cNvSpPr txBox="1"/>
          <p:nvPr/>
        </p:nvSpPr>
        <p:spPr>
          <a:xfrm>
            <a:off x="548640" y="6309360"/>
            <a:ext cx="10241280" cy="640080"/>
          </a:xfrm>
          <a:prstGeom prst="rect">
            <a:avLst/>
          </a:prstGeom>
          <a:noFill/>
        </p:spPr>
        <p:txBody>
          <a:bodyPr wrap="square">
            <a:spAutoFit/>
          </a:bodyPr>
          <a:lstStyle/>
          <a:p>
            <a:r>
              <a:rPr sz="1000" i="1">
                <a:solidFill>
                  <a:srgbClr val="666666"/>
                </a:solidFill>
              </a:rPr>
              <a:t>Note: 5-year projections are estimates based on assumed linear growth rates and should not be taken as guarantees. Actual capacity needs will depend on business changes, application evolution, market trends, and workload characteristics.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Cluster: Site B</a:t>
            </a:r>
          </a:p>
        </p:txBody>
      </p:sp>
      <p:cxnSp>
        <p:nvCxnSpPr>
          <p:cNvPr id="3" name="Connector 2"/>
          <p:cNvCxnSpPr/>
          <p:nvPr/>
        </p:nvCxnSpPr>
        <p:spPr>
          <a:xfrm>
            <a:off x="3474720" y="950976"/>
            <a:ext cx="8716975"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Current Environment</a:t>
            </a:r>
          </a:p>
        </p:txBody>
      </p:sp>
      <p:cxnSp>
        <p:nvCxnSpPr>
          <p:cNvPr id="3" name="Connector 2"/>
          <p:cNvCxnSpPr/>
          <p:nvPr/>
        </p:nvCxnSpPr>
        <p:spPr>
          <a:xfrm>
            <a:off x="4133087" y="950976"/>
            <a:ext cx="8058608"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  —  </a:t>
            </a:r>
          </a:p>
        </p:txBody>
      </p:sp>
      <p:sp>
        <p:nvSpPr>
          <p:cNvPr id="5" name="Rectangle 4"/>
          <p:cNvSpPr/>
          <p:nvPr/>
        </p:nvSpPr>
        <p:spPr>
          <a:xfrm>
            <a:off x="548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Hosts</a:t>
            </a:r>
          </a:p>
          <a:p>
            <a:r>
              <a:rPr sz="1800" b="1">
                <a:solidFill>
                  <a:srgbClr val="272727"/>
                </a:solidFill>
              </a:rPr>
              <a:t>0</a:t>
            </a:r>
          </a:p>
        </p:txBody>
      </p:sp>
      <p:sp>
        <p:nvSpPr>
          <p:cNvPr id="6" name="Rectangle 5"/>
          <p:cNvSpPr/>
          <p:nvPr/>
        </p:nvSpPr>
        <p:spPr>
          <a:xfrm>
            <a:off x="2834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Cores</a:t>
            </a:r>
          </a:p>
          <a:p>
            <a:r>
              <a:rPr sz="1800" b="1">
                <a:solidFill>
                  <a:srgbClr val="272727"/>
                </a:solidFill>
              </a:rPr>
              <a:t>96</a:t>
            </a:r>
          </a:p>
        </p:txBody>
      </p:sp>
      <p:sp>
        <p:nvSpPr>
          <p:cNvPr id="7" name="Rectangle 6"/>
          <p:cNvSpPr/>
          <p:nvPr/>
        </p:nvSpPr>
        <p:spPr>
          <a:xfrm>
            <a:off x="5120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Threads</a:t>
            </a:r>
          </a:p>
          <a:p>
            <a:r>
              <a:rPr sz="1800" b="1">
                <a:solidFill>
                  <a:srgbClr val="272727"/>
                </a:solidFill>
              </a:rPr>
              <a:t>0</a:t>
            </a:r>
          </a:p>
        </p:txBody>
      </p:sp>
      <p:sp>
        <p:nvSpPr>
          <p:cNvPr id="8" name="Rectangle 7"/>
          <p:cNvSpPr/>
          <p:nvPr/>
        </p:nvSpPr>
        <p:spPr>
          <a:xfrm>
            <a:off x="7406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GHz</a:t>
            </a:r>
          </a:p>
          <a:p>
            <a:r>
              <a:rPr sz="1800" b="1">
                <a:solidFill>
                  <a:srgbClr val="272727"/>
                </a:solidFill>
              </a:rPr>
              <a:t>400.0</a:t>
            </a:r>
          </a:p>
        </p:txBody>
      </p:sp>
      <p:sp>
        <p:nvSpPr>
          <p:cNvPr id="9" name="Rectangle 8"/>
          <p:cNvSpPr/>
          <p:nvPr/>
        </p:nvSpPr>
        <p:spPr>
          <a:xfrm>
            <a:off x="9692640" y="214884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RAM</a:t>
            </a:r>
          </a:p>
          <a:p>
            <a:r>
              <a:rPr sz="1800" b="1">
                <a:solidFill>
                  <a:srgbClr val="272727"/>
                </a:solidFill>
              </a:rPr>
              <a:t>1.0 TB</a:t>
            </a:r>
          </a:p>
        </p:txBody>
      </p:sp>
      <p:sp>
        <p:nvSpPr>
          <p:cNvPr id="10" name="Rectangle 9"/>
          <p:cNvSpPr/>
          <p:nvPr/>
        </p:nvSpPr>
        <p:spPr>
          <a:xfrm>
            <a:off x="548640" y="324612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Peak CPU %</a:t>
            </a:r>
          </a:p>
          <a:p>
            <a:r>
              <a:rPr sz="1800" b="1">
                <a:solidFill>
                  <a:srgbClr val="272727"/>
                </a:solidFill>
              </a:rPr>
              <a:t>0%</a:t>
            </a:r>
          </a:p>
        </p:txBody>
      </p:sp>
      <p:sp>
        <p:nvSpPr>
          <p:cNvPr id="11" name="Rectangle 10"/>
          <p:cNvSpPr/>
          <p:nvPr/>
        </p:nvSpPr>
        <p:spPr>
          <a:xfrm>
            <a:off x="2834640" y="324612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Avg CPU %</a:t>
            </a:r>
          </a:p>
          <a:p>
            <a:r>
              <a:rPr sz="1800" b="1">
                <a:solidFill>
                  <a:srgbClr val="272727"/>
                </a:solidFill>
              </a:rPr>
              <a:t>0%</a:t>
            </a:r>
          </a:p>
        </p:txBody>
      </p:sp>
      <p:sp>
        <p:nvSpPr>
          <p:cNvPr id="12" name="Rectangle 11"/>
          <p:cNvSpPr/>
          <p:nvPr/>
        </p:nvSpPr>
        <p:spPr>
          <a:xfrm>
            <a:off x="5120640" y="324612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Peak Memory %</a:t>
            </a:r>
          </a:p>
          <a:p>
            <a:r>
              <a:rPr sz="1800" b="1">
                <a:solidFill>
                  <a:srgbClr val="272727"/>
                </a:solidFill>
              </a:rPr>
              <a:t>0%</a:t>
            </a:r>
          </a:p>
        </p:txBody>
      </p:sp>
      <p:sp>
        <p:nvSpPr>
          <p:cNvPr id="13" name="Rectangle 12"/>
          <p:cNvSpPr/>
          <p:nvPr/>
        </p:nvSpPr>
        <p:spPr>
          <a:xfrm>
            <a:off x="7406640" y="324612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Avg Memory %</a:t>
            </a:r>
          </a:p>
          <a:p>
            <a:r>
              <a:rPr sz="1800" b="1">
                <a:solidFill>
                  <a:srgbClr val="272727"/>
                </a:solidFill>
              </a:rPr>
              <a:t>0%</a:t>
            </a:r>
          </a:p>
        </p:txBody>
      </p:sp>
      <p:sp>
        <p:nvSpPr>
          <p:cNvPr id="14" name="Rectangle 13"/>
          <p:cNvSpPr/>
          <p:nvPr/>
        </p:nvSpPr>
        <p:spPr>
          <a:xfrm>
            <a:off x="548640" y="434340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Avg IOPS</a:t>
            </a:r>
          </a:p>
          <a:p>
            <a:r>
              <a:rPr sz="1800" b="1">
                <a:solidFill>
                  <a:srgbClr val="272727"/>
                </a:solidFill>
              </a:rPr>
              <a:t>0</a:t>
            </a:r>
          </a:p>
        </p:txBody>
      </p:sp>
      <p:sp>
        <p:nvSpPr>
          <p:cNvPr id="15" name="Rectangle 14"/>
          <p:cNvSpPr/>
          <p:nvPr/>
        </p:nvSpPr>
        <p:spPr>
          <a:xfrm>
            <a:off x="2834640" y="434340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Peak IOPS</a:t>
            </a:r>
          </a:p>
          <a:p>
            <a:r>
              <a:rPr sz="1800" b="1">
                <a:solidFill>
                  <a:srgbClr val="272727"/>
                </a:solidFill>
              </a:rPr>
              <a:t>0</a:t>
            </a:r>
          </a:p>
        </p:txBody>
      </p:sp>
      <p:sp>
        <p:nvSpPr>
          <p:cNvPr id="16" name="Rectangle 15"/>
          <p:cNvSpPr/>
          <p:nvPr/>
        </p:nvSpPr>
        <p:spPr>
          <a:xfrm>
            <a:off x="5120640" y="4343400"/>
            <a:ext cx="210312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NIC Speed</a:t>
            </a:r>
          </a:p>
          <a:p>
            <a:r>
              <a:rPr sz="1800" b="1">
                <a:solidFill>
                  <a:srgbClr val="272727"/>
                </a:solidFill>
              </a:rPr>
              <a:t>10 GbE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Workload Analysis</a:t>
            </a:r>
          </a:p>
        </p:txBody>
      </p:sp>
      <p:cxnSp>
        <p:nvCxnSpPr>
          <p:cNvPr id="3" name="Connector 2"/>
          <p:cNvCxnSpPr/>
          <p:nvPr/>
        </p:nvCxnSpPr>
        <p:spPr>
          <a:xfrm>
            <a:off x="3803904" y="950976"/>
            <a:ext cx="8387791"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40 active VMs of 44 total</a:t>
            </a:r>
          </a:p>
        </p:txBody>
      </p:sp>
      <p:sp>
        <p:nvSpPr>
          <p:cNvPr id="5" name="Rectangle 4"/>
          <p:cNvSpPr/>
          <p:nvPr/>
        </p:nvSpPr>
        <p:spPr>
          <a:xfrm>
            <a:off x="548640" y="214884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Total vCPUs</a:t>
            </a:r>
          </a:p>
          <a:p>
            <a:r>
              <a:rPr sz="1800" b="1">
                <a:solidFill>
                  <a:srgbClr val="009ADE"/>
                </a:solidFill>
              </a:rPr>
              <a:t>180</a:t>
            </a:r>
          </a:p>
        </p:txBody>
      </p:sp>
      <p:sp>
        <p:nvSpPr>
          <p:cNvPr id="6" name="Rectangle 5"/>
          <p:cNvSpPr/>
          <p:nvPr/>
        </p:nvSpPr>
        <p:spPr>
          <a:xfrm>
            <a:off x="4206240" y="214884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Provisioned RAM</a:t>
            </a:r>
          </a:p>
          <a:p>
            <a:r>
              <a:rPr sz="1800" b="1">
                <a:solidFill>
                  <a:srgbClr val="009ADE"/>
                </a:solidFill>
              </a:rPr>
              <a:t>900 GB</a:t>
            </a:r>
          </a:p>
        </p:txBody>
      </p:sp>
      <p:sp>
        <p:nvSpPr>
          <p:cNvPr id="7" name="Rectangle 6"/>
          <p:cNvSpPr/>
          <p:nvPr/>
        </p:nvSpPr>
        <p:spPr>
          <a:xfrm>
            <a:off x="7863840" y="214884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Used RAM</a:t>
            </a:r>
          </a:p>
          <a:p>
            <a:r>
              <a:rPr sz="1800" b="1">
                <a:solidFill>
                  <a:srgbClr val="272727"/>
                </a:solidFill>
              </a:rPr>
              <a:t>0 GB</a:t>
            </a:r>
          </a:p>
        </p:txBody>
      </p:sp>
      <p:sp>
        <p:nvSpPr>
          <p:cNvPr id="8" name="Rectangle 7"/>
          <p:cNvSpPr/>
          <p:nvPr/>
        </p:nvSpPr>
        <p:spPr>
          <a:xfrm>
            <a:off x="548640" y="333756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Provisioned Storage</a:t>
            </a:r>
          </a:p>
          <a:p>
            <a:r>
              <a:rPr sz="1800" b="1">
                <a:solidFill>
                  <a:srgbClr val="272727"/>
                </a:solidFill>
              </a:rPr>
              <a:t>0 TiB</a:t>
            </a:r>
          </a:p>
        </p:txBody>
      </p:sp>
      <p:sp>
        <p:nvSpPr>
          <p:cNvPr id="9" name="Rectangle 8"/>
          <p:cNvSpPr/>
          <p:nvPr/>
        </p:nvSpPr>
        <p:spPr>
          <a:xfrm>
            <a:off x="4206240" y="333756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Datastore Used</a:t>
            </a:r>
          </a:p>
          <a:p>
            <a:r>
              <a:rPr sz="1800" b="1">
                <a:solidFill>
                  <a:srgbClr val="009ADE"/>
                </a:solidFill>
              </a:rPr>
              <a:t>22.5 TiB</a:t>
            </a:r>
          </a:p>
        </p:txBody>
      </p:sp>
      <p:sp>
        <p:nvSpPr>
          <p:cNvPr id="10" name="Rectangle 9"/>
          <p:cNvSpPr/>
          <p:nvPr/>
        </p:nvSpPr>
        <p:spPr>
          <a:xfrm>
            <a:off x="7863840" y="3337560"/>
            <a:ext cx="3383280" cy="91440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Datastore Total</a:t>
            </a:r>
          </a:p>
          <a:p>
            <a:r>
              <a:rPr sz="1800" b="1">
                <a:solidFill>
                  <a:srgbClr val="272727"/>
                </a:solidFill>
              </a:rPr>
              <a:t>0 TiB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Proposed: HE500</a:t>
            </a:r>
          </a:p>
        </p:txBody>
      </p:sp>
      <p:cxnSp>
        <p:nvCxnSpPr>
          <p:cNvPr id="3" name="Connector 2"/>
          <p:cNvCxnSpPr/>
          <p:nvPr/>
        </p:nvCxnSpPr>
        <p:spPr>
          <a:xfrm>
            <a:off x="3474720" y="950976"/>
            <a:ext cx="8716975"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4 nodes  —  1 cluster  —  1U  —  single</a:t>
            </a:r>
          </a:p>
        </p:txBody>
      </p:sp>
      <p:graphicFrame>
        <p:nvGraphicFramePr>
          <p:cNvPr id="5" name="Table 4"/>
          <p:cNvGraphicFramePr>
            <a:graphicFrameLocks noGrp="1"/>
          </p:cNvGraphicFramePr>
          <p:nvPr/>
        </p:nvGraphicFramePr>
        <p:xfrm>
          <a:off x="548640" y="2148840"/>
          <a:ext cx="3657600" cy="2432304"/>
        </p:xfrm>
        <a:graphic>
          <a:graphicData uri="http://schemas.openxmlformats.org/drawingml/2006/table">
            <a:tbl>
              <a:tblPr firstRow="0" bandRow="0" bandCol="0" lastRow="0">
                <a:tableStyleId>{5C22544A-7EE6-4342-B048-85BDC9FD1C3A}</a:tableStyleId>
              </a:tblPr>
              <a:tblGrid>
                <a:gridCol w="1371600"/>
                <a:gridCol w="2286000"/>
              </a:tblGrid>
              <a:tr h="347472">
                <a:tc>
                  <a:txBody>
                    <a:bodyPr/>
                    <a:lstStyle/>
                    <a:p>
                      <a:pPr>
                        <a:defRPr sz="1100" b="1">
                          <a:solidFill>
                            <a:srgbClr val="113859"/>
                          </a:solidFill>
                        </a:defRPr>
                      </a:pPr>
                      <a:r>
                        <a:t>Per Node</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CPU</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 x Xeon 6338</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Cores</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64</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Threads</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128</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RAM</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1.0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Storage</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4x 7.68TB NVME</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Net IOPS</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150,000</a:t>
                      </a:r>
                    </a:p>
                  </a:txBody>
                  <a:tcPr marT="63500" marB="63500" marL="101600">
                    <a:solidFill>
                      <a:srgbClr val="F6F7FA"/>
                    </a:solidFill>
                    <a:lnL>
                      <a:noFill/>
                    </a:lnL>
                    <a:lnR>
                      <a:noFill/>
                    </a:lnR>
                    <a:lnT>
                      <a:noFill/>
                    </a:lnT>
                    <a:lnB>
                      <a:noFill/>
                    </a:lnB>
                  </a:tcPr>
                </a:tc>
              </a:tr>
            </a:tbl>
          </a:graphicData>
        </a:graphic>
      </p:graphicFrame>
      <p:graphicFrame>
        <p:nvGraphicFramePr>
          <p:cNvPr id="6" name="Table 5"/>
          <p:cNvGraphicFramePr>
            <a:graphicFrameLocks noGrp="1"/>
          </p:cNvGraphicFramePr>
          <p:nvPr/>
        </p:nvGraphicFramePr>
        <p:xfrm>
          <a:off x="4389120" y="2148840"/>
          <a:ext cx="3657600" cy="2779776"/>
        </p:xfrm>
        <a:graphic>
          <a:graphicData uri="http://schemas.openxmlformats.org/drawingml/2006/table">
            <a:tbl>
              <a:tblPr firstRow="0" bandRow="0" bandCol="0" lastRow="0">
                <a:tableStyleId>{5C22544A-7EE6-4342-B048-85BDC9FD1C3A}</a:tableStyleId>
              </a:tblPr>
              <a:tblGrid>
                <a:gridCol w="1371600"/>
                <a:gridCol w="2286000"/>
              </a:tblGrid>
              <a:tr h="347472">
                <a:tc>
                  <a:txBody>
                    <a:bodyPr/>
                    <a:lstStyle/>
                    <a:p>
                      <a:pPr>
                        <a:defRPr sz="1100" b="1">
                          <a:solidFill>
                            <a:srgbClr val="113859"/>
                          </a:solidFill>
                        </a:defRPr>
                      </a:pPr>
                      <a:r>
                        <a:t>Cluster Total</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Cores</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252</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Threads</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512</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GHz</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614.4</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RAM</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4.0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RAW Storage</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122.88 TB</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Usable Storage</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57.6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Net IOPS</a:t>
                      </a:r>
                    </a:p>
                  </a:txBody>
                  <a:tcPr marT="63500" marB="63500" marL="101600">
                    <a:solidFill>
                      <a:srgbClr val="FFFFFF"/>
                    </a:solidFill>
                    <a:lnL>
                      <a:noFill/>
                    </a:lnL>
                    <a:lnR>
                      <a:noFill/>
                    </a:lnR>
                    <a:lnT>
                      <a:noFill/>
                    </a:lnT>
                    <a:lnB>
                      <a:noFill/>
                    </a:lnB>
                  </a:tcPr>
                </a:tc>
                <a:tc>
                  <a:txBody>
                    <a:bodyPr/>
                    <a:lstStyle/>
                    <a:p>
                      <a:pPr>
                        <a:defRPr sz="1100">
                          <a:solidFill>
                            <a:srgbClr val="272727"/>
                          </a:solidFill>
                        </a:defRPr>
                      </a:pPr>
                      <a:r>
                        <a:t>600,000</a:t>
                      </a:r>
                    </a:p>
                  </a:txBody>
                  <a:tcPr marT="63500" marB="63500" marL="101600">
                    <a:solidFill>
                      <a:srgbClr val="FFFFFF"/>
                    </a:solidFill>
                    <a:lnL>
                      <a:noFill/>
                    </a:lnL>
                    <a:lnR>
                      <a:noFill/>
                    </a:lnR>
                    <a:lnT>
                      <a:noFill/>
                    </a:lnT>
                    <a:lnB>
                      <a:noFill/>
                    </a:lnB>
                  </a:tcPr>
                </a:tc>
              </a:tr>
            </a:tbl>
          </a:graphicData>
        </a:graphic>
      </p:graphicFrame>
      <p:graphicFrame>
        <p:nvGraphicFramePr>
          <p:cNvPr id="7" name="Table 6"/>
          <p:cNvGraphicFramePr>
            <a:graphicFrameLocks noGrp="1"/>
          </p:cNvGraphicFramePr>
          <p:nvPr/>
        </p:nvGraphicFramePr>
        <p:xfrm>
          <a:off x="8229600" y="2148840"/>
          <a:ext cx="3657600" cy="2432304"/>
        </p:xfrm>
        <a:graphic>
          <a:graphicData uri="http://schemas.openxmlformats.org/drawingml/2006/table">
            <a:tbl>
              <a:tblPr firstRow="0" bandRow="0" bandCol="0" lastRow="0">
                <a:tableStyleId>{5C22544A-7EE6-4342-B048-85BDC9FD1C3A}</a:tableStyleId>
              </a:tblPr>
              <a:tblGrid>
                <a:gridCol w="1371600"/>
                <a:gridCol w="2286000"/>
              </a:tblGrid>
              <a:tr h="347472">
                <a:tc>
                  <a:txBody>
                    <a:bodyPr/>
                    <a:lstStyle/>
                    <a:p>
                      <a:pPr>
                        <a:defRPr sz="1100" b="1">
                          <a:solidFill>
                            <a:srgbClr val="113859"/>
                          </a:solidFill>
                        </a:defRPr>
                      </a:pPr>
                      <a:r>
                        <a:t>N-1 Available</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Cores</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189</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Threads</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384</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GHz</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460.8</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RAM</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3.0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Usable Storage</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57.6 TB</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Net IOPS</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450,000</a:t>
                      </a:r>
                    </a:p>
                  </a:txBody>
                  <a:tcPr marT="63500" marB="63500" marL="101600">
                    <a:solidFill>
                      <a:srgbClr val="F6F7FA"/>
                    </a:solidFill>
                    <a:lnL>
                      <a:noFill/>
                    </a:lnL>
                    <a:lnR>
                      <a:noFill/>
                    </a:lnR>
                    <a:lnT>
                      <a:noFill/>
                    </a:lnT>
                    <a:lnB>
                      <a:noFill/>
                    </a:lnB>
                  </a:tcPr>
                </a:tc>
              </a:tr>
            </a:tbl>
          </a:graphicData>
        </a:graphic>
      </p:graphicFrame>
      <p:sp>
        <p:nvSpPr>
          <p:cNvPr id="8" name="Rectangle 7"/>
          <p:cNvSpPr/>
          <p:nvPr/>
        </p:nvSpPr>
        <p:spPr>
          <a:xfrm>
            <a:off x="548640" y="5029200"/>
            <a:ext cx="320040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vCPU : Core Ratio at N-1</a:t>
            </a:r>
          </a:p>
          <a:p>
            <a:r>
              <a:rPr sz="1800" b="1">
                <a:solidFill>
                  <a:srgbClr val="009ADE"/>
                </a:solidFill>
              </a:rPr>
              <a:t>1.53 : 1</a:t>
            </a:r>
          </a:p>
        </p:txBody>
      </p:sp>
      <p:sp>
        <p:nvSpPr>
          <p:cNvPr id="9" name="TextBox 8"/>
          <p:cNvSpPr txBox="1"/>
          <p:nvPr/>
        </p:nvSpPr>
        <p:spPr>
          <a:xfrm>
            <a:off x="548640" y="5943600"/>
            <a:ext cx="10241280" cy="457200"/>
          </a:xfrm>
          <a:prstGeom prst="rect">
            <a:avLst/>
          </a:prstGeom>
          <a:noFill/>
        </p:spPr>
        <p:txBody>
          <a:bodyPr wrap="none">
            <a:spAutoFit/>
          </a:bodyPr>
          <a:lstStyle/>
          <a:p>
            <a:r>
              <a:rPr sz="900">
                <a:solidFill>
                  <a:srgbClr val="666666"/>
                </a:solidFill>
              </a:rPr>
              <a:t>Net IOPS = raw 300,000/node − 35% derating = 195,000 ÷ 1.3× RF write-amp = 150,000/node, × 4 nodes.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Sizing Rationale</a:t>
            </a:r>
          </a:p>
        </p:txBody>
      </p:sp>
      <p:cxnSp>
        <p:nvCxnSpPr>
          <p:cNvPr id="3" name="Connector 2"/>
          <p:cNvCxnSpPr/>
          <p:nvPr/>
        </p:nvCxnSpPr>
        <p:spPr>
          <a:xfrm>
            <a:off x="3639312" y="950976"/>
            <a:ext cx="8552383"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HE500</a:t>
            </a:r>
          </a:p>
        </p:txBody>
      </p:sp>
      <p:pic>
        <p:nvPicPr>
          <p:cNvPr id="5" name="Picture 4" descr="image.png"/>
          <p:cNvPicPr>
            <a:picLocks noChangeAspect="1"/>
          </p:cNvPicPr>
          <p:nvPr/>
        </p:nvPicPr>
        <p:blipFill>
          <a:blip r:embed="rId2"/>
          <a:stretch>
            <a:fillRect/>
          </a:stretch>
        </p:blipFill>
        <p:spPr>
          <a:xfrm>
            <a:off x="548640" y="2468880"/>
            <a:ext cx="11064240" cy="2165766"/>
          </a:xfrm>
          <a:prstGeom prst="rect">
            <a:avLst/>
          </a:prstGeom>
        </p:spPr>
      </p:pic>
      <p:sp>
        <p:nvSpPr>
          <p:cNvPr id="6" name="TextBox 5"/>
          <p:cNvSpPr txBox="1"/>
          <p:nvPr/>
        </p:nvSpPr>
        <p:spPr>
          <a:xfrm>
            <a:off x="548640" y="4954686"/>
            <a:ext cx="11064240" cy="1645920"/>
          </a:xfrm>
          <a:prstGeom prst="rect">
            <a:avLst/>
          </a:prstGeom>
          <a:noFill/>
        </p:spPr>
        <p:txBody>
          <a:bodyPr wrap="square">
            <a:spAutoFit/>
          </a:bodyPr>
          <a:lstStyle/>
          <a:p>
            <a:pPr>
              <a:spcAft>
                <a:spcPts val="400"/>
              </a:spcAft>
            </a:pPr>
            <a:r>
              <a:rPr sz="1400" b="1">
                <a:solidFill>
                  <a:srgbClr val="113859"/>
                </a:solidFill>
              </a:rPr>
              <a:t>How this was sized</a:t>
            </a:r>
          </a:p>
          <a:p>
            <a:pPr>
              <a:spcAft>
                <a:spcPts val="400"/>
              </a:spcAft>
            </a:pPr>
            <a:r>
              <a:rPr sz="1200" b="0">
                <a:solidFill>
                  <a:srgbClr val="272727"/>
                </a:solidFill>
              </a:rPr>
              <a:t>Determined by Storage — 47.9 TB required, vs 57.6 TB available at N-1 (20.2% headroom).</a:t>
            </a:r>
          </a:p>
          <a:p>
            <a:pPr>
              <a:spcAft>
                <a:spcPts val="400"/>
              </a:spcAft>
            </a:pPr>
            <a:r>
              <a:rPr sz="1100" b="0">
                <a:solidFill>
                  <a:srgbClr val="666666"/>
                </a:solidFill>
              </a:rPr>
              <a:t>CPU performance floor: this cluster delivers 238% of your current environment's compute demand (clock 238%), sized to its 30% measured peak CPU utilization.</a:t>
            </a:r>
          </a:p>
          <a:p>
            <a:pPr>
              <a:spcAft>
                <a:spcPts val="400"/>
              </a:spcAft>
            </a:pPr>
            <a:r>
              <a:rPr sz="1100" b="0">
                <a:solidFill>
                  <a:srgbClr val="666666"/>
                </a:solidFill>
              </a:rPr>
              <a:t>Each bar is 100% of the full cluster: solid = today's load, light hatch = growth + snapshot reserve the workload is sized to, dark hatch = HA failover capacity held back so the cluster still meets the workload with one node down (N-1).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
            <a:ext cx="11155680" cy="548640"/>
          </a:xfrm>
          <a:prstGeom prst="rect">
            <a:avLst/>
          </a:prstGeom>
          <a:noFill/>
        </p:spPr>
        <p:txBody>
          <a:bodyPr wrap="square">
            <a:spAutoFit/>
          </a:bodyPr>
          <a:lstStyle/>
          <a:p>
            <a:r>
              <a:rPr sz="2600" b="0">
                <a:solidFill>
                  <a:srgbClr val="113859"/>
                </a:solidFill>
                <a:latin typeface="Martel Sans ExtraLight"/>
              </a:rPr>
              <a:t>Capacity Planning — 5 Year Projection</a:t>
            </a:r>
          </a:p>
        </p:txBody>
      </p:sp>
      <p:cxnSp>
        <p:nvCxnSpPr>
          <p:cNvPr id="3" name="Connector 2"/>
          <p:cNvCxnSpPr/>
          <p:nvPr/>
        </p:nvCxnSpPr>
        <p:spPr>
          <a:xfrm>
            <a:off x="7095744" y="950976"/>
            <a:ext cx="5095951" cy="0"/>
          </a:xfrm>
          <a:prstGeom prst="line">
            <a:avLst/>
          </a:prstGeom>
          <a:ln w="12700">
            <a:solidFill>
              <a:srgbClr val="113859"/>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1078992"/>
            <a:ext cx="11155680" cy="320040"/>
          </a:xfrm>
          <a:prstGeom prst="rect">
            <a:avLst/>
          </a:prstGeom>
          <a:noFill/>
        </p:spPr>
        <p:txBody>
          <a:bodyPr wrap="none">
            <a:spAutoFit/>
          </a:bodyPr>
          <a:lstStyle/>
          <a:p>
            <a:r>
              <a:rPr sz="1300">
                <a:solidFill>
                  <a:srgbClr val="666666"/>
                </a:solidFill>
              </a:rPr>
              <a:t>10% YoY growth  —  20% snapshot overhead  —  Growth factor: 1.611x  —  CPU sizing: N-1</a:t>
            </a:r>
          </a:p>
        </p:txBody>
      </p:sp>
      <p:graphicFrame>
        <p:nvGraphicFramePr>
          <p:cNvPr id="5" name="Table 4"/>
          <p:cNvGraphicFramePr>
            <a:graphicFrameLocks noGrp="1"/>
          </p:cNvGraphicFramePr>
          <p:nvPr/>
        </p:nvGraphicFramePr>
        <p:xfrm>
          <a:off x="548640" y="2377440"/>
          <a:ext cx="11064240" cy="1737360"/>
        </p:xfrm>
        <a:graphic>
          <a:graphicData uri="http://schemas.openxmlformats.org/drawingml/2006/table">
            <a:tbl>
              <a:tblPr firstRow="0" bandRow="0" bandCol="0" lastRow="0">
                <a:tableStyleId>{5C22544A-7EE6-4342-B048-85BDC9FD1C3A}</a:tableStyleId>
              </a:tblPr>
              <a:tblGrid>
                <a:gridCol w="1371600"/>
                <a:gridCol w="2011680"/>
                <a:gridCol w="2743200"/>
                <a:gridCol w="2743200"/>
                <a:gridCol w="2194560"/>
              </a:tblGrid>
              <a:tr h="347472">
                <a:tc>
                  <a:txBody>
                    <a:bodyPr/>
                    <a:lstStyle/>
                    <a:p>
                      <a:pPr>
                        <a:defRPr sz="1100" b="1">
                          <a:solidFill>
                            <a:srgbClr val="113859"/>
                          </a:solidFill>
                        </a:defRPr>
                      </a:pPr>
                      <a:r>
                        <a:t>Resource</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Current</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Year 5 Projected</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Proposed (N-1)</a:t>
                      </a:r>
                    </a:p>
                  </a:txBody>
                  <a:tcPr marT="63500" marB="63500" marL="101600">
                    <a:solidFill>
                      <a:srgbClr val="E9EAF0"/>
                    </a:solidFill>
                    <a:lnL>
                      <a:noFill/>
                    </a:lnL>
                    <a:lnR>
                      <a:noFill/>
                    </a:lnR>
                    <a:lnT>
                      <a:noFill/>
                    </a:lnT>
                    <a:lnB w="19050">
                      <a:solidFill>
                        <a:srgbClr val="009ADE"/>
                      </a:solidFill>
                    </a:lnB>
                  </a:tcPr>
                </a:tc>
                <a:tc>
                  <a:txBody>
                    <a:bodyPr/>
                    <a:lstStyle/>
                    <a:p>
                      <a:pPr>
                        <a:defRPr sz="1100" b="1">
                          <a:solidFill>
                            <a:srgbClr val="113859"/>
                          </a:solidFill>
                        </a:defRPr>
                      </a:pPr>
                      <a:r>
                        <a:t>Headroom</a:t>
                      </a:r>
                    </a:p>
                  </a:txBody>
                  <a:tcPr marT="63500" marB="63500" marL="101600">
                    <a:solidFill>
                      <a:srgbClr val="E9EAF0"/>
                    </a:solidFill>
                    <a:lnL>
                      <a:noFill/>
                    </a:lnL>
                    <a:lnR>
                      <a:noFill/>
                    </a:lnR>
                    <a:lnT>
                      <a:noFill/>
                    </a:lnT>
                    <a:lnB w="19050">
                      <a:solidFill>
                        <a:srgbClr val="009ADE"/>
                      </a:solidFill>
                    </a:lnB>
                  </a:tcPr>
                </a:tc>
              </a:tr>
              <a:tr h="347472">
                <a:tc>
                  <a:txBody>
                    <a:bodyPr/>
                    <a:lstStyle/>
                    <a:p>
                      <a:pPr>
                        <a:defRPr sz="1100">
                          <a:solidFill>
                            <a:srgbClr val="666666"/>
                          </a:solidFill>
                        </a:defRPr>
                      </a:pPr>
                      <a:r>
                        <a:t>vCPUs</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180</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290</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189 cores @ 1.5:1</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+0 vCPU capacity</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RAM</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900 GB</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1.4 TB</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3.0 TB</a:t>
                      </a:r>
                    </a:p>
                  </a:txBody>
                  <a:tcPr marT="63500" marB="63500" marL="101600">
                    <a:solidFill>
                      <a:srgbClr val="F6F7FA"/>
                    </a:solidFill>
                    <a:lnL>
                      <a:noFill/>
                    </a:lnL>
                    <a:lnR>
                      <a:noFill/>
                    </a:lnR>
                    <a:lnT>
                      <a:noFill/>
                    </a:lnT>
                    <a:lnB w="6350">
                      <a:solidFill>
                        <a:srgbClr val="DEE2E6"/>
                      </a:solidFill>
                    </a:lnB>
                  </a:tcPr>
                </a:tc>
                <a:tc>
                  <a:txBody>
                    <a:bodyPr/>
                    <a:lstStyle/>
                    <a:p>
                      <a:pPr>
                        <a:defRPr sz="1100">
                          <a:solidFill>
                            <a:srgbClr val="272727"/>
                          </a:solidFill>
                        </a:defRPr>
                      </a:pPr>
                      <a:r>
                        <a:t>+1.6 TB</a:t>
                      </a:r>
                    </a:p>
                  </a:txBody>
                  <a:tcPr marT="63500" marB="63500" marL="101600">
                    <a:solidFill>
                      <a:srgbClr val="F6F7FA"/>
                    </a:solidFill>
                    <a:lnL>
                      <a:noFill/>
                    </a:lnL>
                    <a:lnR>
                      <a:noFill/>
                    </a:lnR>
                    <a:lnT>
                      <a:noFill/>
                    </a:lnT>
                    <a:lnB w="6350">
                      <a:solidFill>
                        <a:srgbClr val="DEE2E6"/>
                      </a:solidFill>
                    </a:lnB>
                  </a:tcPr>
                </a:tc>
              </a:tr>
              <a:tr h="347472">
                <a:tc>
                  <a:txBody>
                    <a:bodyPr/>
                    <a:lstStyle/>
                    <a:p>
                      <a:pPr>
                        <a:defRPr sz="1100">
                          <a:solidFill>
                            <a:srgbClr val="666666"/>
                          </a:solidFill>
                        </a:defRPr>
                      </a:pPr>
                      <a:r>
                        <a:t>GHz</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120.0</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193.3</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460.8</a:t>
                      </a:r>
                    </a:p>
                  </a:txBody>
                  <a:tcPr marT="63500" marB="63500" marL="101600">
                    <a:solidFill>
                      <a:srgbClr val="FFFFFF"/>
                    </a:solidFill>
                    <a:lnL>
                      <a:noFill/>
                    </a:lnL>
                    <a:lnR>
                      <a:noFill/>
                    </a:lnR>
                    <a:lnT>
                      <a:noFill/>
                    </a:lnT>
                    <a:lnB w="6350">
                      <a:solidFill>
                        <a:srgbClr val="DEE2E6"/>
                      </a:solidFill>
                    </a:lnB>
                  </a:tcPr>
                </a:tc>
                <a:tc>
                  <a:txBody>
                    <a:bodyPr/>
                    <a:lstStyle/>
                    <a:p>
                      <a:pPr>
                        <a:defRPr sz="1100">
                          <a:solidFill>
                            <a:srgbClr val="272727"/>
                          </a:solidFill>
                        </a:defRPr>
                      </a:pPr>
                      <a:r>
                        <a:t>+267.5 GHz</a:t>
                      </a:r>
                    </a:p>
                  </a:txBody>
                  <a:tcPr marT="63500" marB="63500" marL="101600">
                    <a:solidFill>
                      <a:srgbClr val="FFFFFF"/>
                    </a:solidFill>
                    <a:lnL>
                      <a:noFill/>
                    </a:lnL>
                    <a:lnR>
                      <a:noFill/>
                    </a:lnR>
                    <a:lnT>
                      <a:noFill/>
                    </a:lnT>
                    <a:lnB w="6350">
                      <a:solidFill>
                        <a:srgbClr val="DEE2E6"/>
                      </a:solidFill>
                    </a:lnB>
                  </a:tcPr>
                </a:tc>
              </a:tr>
              <a:tr h="347472">
                <a:tc>
                  <a:txBody>
                    <a:bodyPr/>
                    <a:lstStyle/>
                    <a:p>
                      <a:pPr>
                        <a:defRPr sz="1100">
                          <a:solidFill>
                            <a:srgbClr val="666666"/>
                          </a:solidFill>
                        </a:defRPr>
                      </a:pPr>
                      <a:r>
                        <a:t>Storage</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22.5 TB</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47.91 TB (incl. snapshots)</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57.6 TB usable</a:t>
                      </a:r>
                    </a:p>
                  </a:txBody>
                  <a:tcPr marT="63500" marB="63500" marL="101600">
                    <a:solidFill>
                      <a:srgbClr val="F6F7FA"/>
                    </a:solidFill>
                    <a:lnL>
                      <a:noFill/>
                    </a:lnL>
                    <a:lnR>
                      <a:noFill/>
                    </a:lnR>
                    <a:lnT>
                      <a:noFill/>
                    </a:lnT>
                    <a:lnB>
                      <a:noFill/>
                    </a:lnB>
                  </a:tcPr>
                </a:tc>
                <a:tc>
                  <a:txBody>
                    <a:bodyPr/>
                    <a:lstStyle/>
                    <a:p>
                      <a:pPr>
                        <a:defRPr sz="1100">
                          <a:solidFill>
                            <a:srgbClr val="272727"/>
                          </a:solidFill>
                        </a:defRPr>
                      </a:pPr>
                      <a:r>
                        <a:t>+9.69 TB</a:t>
                      </a:r>
                    </a:p>
                  </a:txBody>
                  <a:tcPr marT="63500" marB="63500" marL="101600">
                    <a:solidFill>
                      <a:srgbClr val="F6F7FA"/>
                    </a:solidFill>
                    <a:lnL>
                      <a:noFill/>
                    </a:lnL>
                    <a:lnR>
                      <a:noFill/>
                    </a:lnR>
                    <a:lnT>
                      <a:noFill/>
                    </a:lnT>
                    <a:lnB>
                      <a:noFill/>
                    </a:lnB>
                  </a:tcPr>
                </a:tc>
              </a:tr>
            </a:tbl>
          </a:graphicData>
        </a:graphic>
      </p:graphicFrame>
      <p:sp>
        <p:nvSpPr>
          <p:cNvPr id="6" name="Rectangle 5"/>
          <p:cNvSpPr/>
          <p:nvPr/>
        </p:nvSpPr>
        <p:spPr>
          <a:xfrm>
            <a:off x="548640" y="4480560"/>
            <a:ext cx="338328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Growth Rate</a:t>
            </a:r>
          </a:p>
          <a:p>
            <a:r>
              <a:rPr sz="1800" b="1">
                <a:solidFill>
                  <a:srgbClr val="272727"/>
                </a:solidFill>
              </a:rPr>
              <a:t>10% per year</a:t>
            </a:r>
          </a:p>
        </p:txBody>
      </p:sp>
      <p:sp>
        <p:nvSpPr>
          <p:cNvPr id="7" name="Rectangle 6"/>
          <p:cNvSpPr/>
          <p:nvPr/>
        </p:nvSpPr>
        <p:spPr>
          <a:xfrm>
            <a:off x="4206240" y="4480560"/>
            <a:ext cx="338328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Growth Factor</a:t>
            </a:r>
          </a:p>
          <a:p>
            <a:r>
              <a:rPr sz="1800" b="1">
                <a:solidFill>
                  <a:srgbClr val="272727"/>
                </a:solidFill>
              </a:rPr>
              <a:t>1.611x over 5 years</a:t>
            </a:r>
          </a:p>
        </p:txBody>
      </p:sp>
      <p:sp>
        <p:nvSpPr>
          <p:cNvPr id="8" name="Rectangle 7"/>
          <p:cNvSpPr/>
          <p:nvPr/>
        </p:nvSpPr>
        <p:spPr>
          <a:xfrm>
            <a:off x="7863840" y="4480560"/>
            <a:ext cx="3383280" cy="822960"/>
          </a:xfrm>
          <a:prstGeom prst="rect">
            <a:avLst/>
          </a:prstGeom>
          <a:solidFill>
            <a:srgbClr val="E9EAF0"/>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tIns="101600" lIns="127000" rIns="127000"/>
          <a:lstStyle/>
          <a:p>
            <a:pPr algn="ctr"/>
            <a:r>
              <a:rPr sz="1000">
                <a:solidFill>
                  <a:srgbClr val="666666"/>
                </a:solidFill>
              </a:rPr>
              <a:t>Snapshot Overhead</a:t>
            </a:r>
          </a:p>
          <a:p>
            <a:r>
              <a:rPr sz="1800" b="1">
                <a:solidFill>
                  <a:srgbClr val="272727"/>
                </a:solidFill>
              </a:rPr>
              <a:t>20% base → 32.2% at year 5</a:t>
            </a:r>
          </a:p>
        </p:txBody>
      </p:sp>
      <p:sp>
        <p:nvSpPr>
          <p:cNvPr id="9" name="TextBox 8"/>
          <p:cNvSpPr txBox="1"/>
          <p:nvPr/>
        </p:nvSpPr>
        <p:spPr>
          <a:xfrm>
            <a:off x="548640" y="5394960"/>
            <a:ext cx="10241280" cy="457200"/>
          </a:xfrm>
          <a:prstGeom prst="rect">
            <a:avLst/>
          </a:prstGeom>
          <a:noFill/>
        </p:spPr>
        <p:txBody>
          <a:bodyPr wrap="none">
            <a:spAutoFit/>
          </a:bodyPr>
          <a:lstStyle/>
          <a:p>
            <a:r>
              <a:rPr sz="1400" b="1">
                <a:solidFill>
                  <a:srgbClr val="009ADE"/>
                </a:solidFill>
              </a:rPr>
              <a:t>Based on current projections, some resources may need to be expanded before year 5.</a:t>
            </a:r>
          </a:p>
        </p:txBody>
      </p:sp>
      <p:sp>
        <p:nvSpPr>
          <p:cNvPr id="10" name="TextBox 9"/>
          <p:cNvSpPr txBox="1"/>
          <p:nvPr/>
        </p:nvSpPr>
        <p:spPr>
          <a:xfrm>
            <a:off x="548640" y="6309360"/>
            <a:ext cx="10241280" cy="640080"/>
          </a:xfrm>
          <a:prstGeom prst="rect">
            <a:avLst/>
          </a:prstGeom>
          <a:noFill/>
        </p:spPr>
        <p:txBody>
          <a:bodyPr wrap="square">
            <a:spAutoFit/>
          </a:bodyPr>
          <a:lstStyle/>
          <a:p>
            <a:r>
              <a:rPr sz="1000" i="1">
                <a:solidFill>
                  <a:srgbClr val="666666"/>
                </a:solidFill>
              </a:rPr>
              <a:t>Note: 5-year projections are estimates based on assumed linear growth rates and should not be taken as guarantees. Actual capacity needs will depend on business changes, application evolution, market trends, and workload characteristics.</a:t>
            </a:r>
          </a:p>
        </p:txBody>
      </p:sp>
    </p:spTree>
  </p:cSld>
  <p:clrMapOvr>
    <a:masterClrMapping/>
  </p:clrMapOvr>
</p:sld>
</file>

<file path=ppt/theme/theme1.xml><?xml version="1.0" encoding="utf-8"?>
<a:theme xmlns:a="http://schemas.openxmlformats.org/drawingml/2006/main" name="Custom Design">
  <a:themeElements>
    <a:clrScheme name="Scale">
      <a:dk1>
        <a:srgbClr val="272727"/>
      </a:dk1>
      <a:lt1>
        <a:srgbClr val="FFFFFF"/>
      </a:lt1>
      <a:dk2>
        <a:srgbClr val="113859"/>
      </a:dk2>
      <a:lt2>
        <a:srgbClr val="E9EAF0"/>
      </a:lt2>
      <a:accent1>
        <a:srgbClr val="009ADE"/>
      </a:accent1>
      <a:accent2>
        <a:srgbClr val="194F90"/>
      </a:accent2>
      <a:accent3>
        <a:srgbClr val="D2DE24"/>
      </a:accent3>
      <a:accent4>
        <a:srgbClr val="3FB748"/>
      </a:accent4>
      <a:accent5>
        <a:srgbClr val="97CAEB"/>
      </a:accent5>
      <a:accent6>
        <a:srgbClr val="F78D2C"/>
      </a:accent6>
      <a:hlink>
        <a:srgbClr val="009ADE"/>
      </a:hlink>
      <a:folHlink>
        <a:srgbClr val="194F9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Scale">
      <a:dk1>
        <a:srgbClr val="272727"/>
      </a:dk1>
      <a:lt1>
        <a:srgbClr val="FFFFFF"/>
      </a:lt1>
      <a:dk2>
        <a:srgbClr val="113859"/>
      </a:dk2>
      <a:lt2>
        <a:srgbClr val="E9EAF0"/>
      </a:lt2>
      <a:accent1>
        <a:srgbClr val="009ADE"/>
      </a:accent1>
      <a:accent2>
        <a:srgbClr val="194F90"/>
      </a:accent2>
      <a:accent3>
        <a:srgbClr val="D2DE24"/>
      </a:accent3>
      <a:accent4>
        <a:srgbClr val="3FB748"/>
      </a:accent4>
      <a:accent5>
        <a:srgbClr val="97CAEB"/>
      </a:accent5>
      <a:accent6>
        <a:srgbClr val="F78D2C"/>
      </a:accent6>
      <a:hlink>
        <a:srgbClr val="009ADE"/>
      </a:hlink>
      <a:folHlink>
        <a:srgbClr val="194F9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Words>
  <Application>Microsoft Macintosh PowerPoint</Application>
  <PresentationFormat>Widescreen</PresentationFormat>
  <Paragraphs>2</Paragraphs>
  <Slides>4</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vt:i4>
      </vt:variant>
    </vt:vector>
  </HeadingPairs>
  <TitlesOfParts>
    <vt:vector size="10" baseType="lpstr">
      <vt:lpstr>Arial</vt:lpstr>
      <vt:lpstr>Martel Sans ExtraLight</vt:lpstr>
      <vt:lpstr>Martel Sans SemiBold</vt:lpstr>
      <vt:lpstr>Martel Sans</vt:lpstr>
      <vt:lpstr>Custom Design</vt:lpstr>
      <vt:lpstr>Custom Design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William David van Collenburg</cp:lastModifiedBy>
  <cp:revision>2</cp:revision>
  <dcterms:created xsi:type="dcterms:W3CDTF">2025-08-04T16:09:25Z</dcterms:created>
  <dcterms:modified xsi:type="dcterms:W3CDTF">2026-06-22T22:42:25Z</dcterms:modified>
</cp:coreProperties>
</file>